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96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" name="Group 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89783" y="1777001"/>
            <a:ext cx="3409850" cy="1542985"/>
            <a:chOff x="0" y="0"/>
            <a:chExt cx="1222013" cy="55297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22013" cy="552971"/>
            </a:xfrm>
            <a:custGeom>
              <a:avLst/>
              <a:gdLst/>
              <a:ahLst/>
              <a:cxnLst/>
              <a:rect l="l" t="t" r="r" b="b"/>
              <a:pathLst>
                <a:path w="1222013" h="552971">
                  <a:moveTo>
                    <a:pt x="0" y="0"/>
                  </a:moveTo>
                  <a:lnTo>
                    <a:pt x="1222013" y="0"/>
                  </a:lnTo>
                  <a:lnTo>
                    <a:pt x="1222013" y="552971"/>
                  </a:lnTo>
                  <a:lnTo>
                    <a:pt x="0" y="552971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1222013" cy="572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{Corners_left_positions_vis}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3850892" y="1777001"/>
            <a:ext cx="3409850" cy="1542985"/>
            <a:chOff x="0" y="0"/>
            <a:chExt cx="1222013" cy="55297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22013" cy="552971"/>
            </a:xfrm>
            <a:custGeom>
              <a:avLst/>
              <a:gdLst/>
              <a:ahLst/>
              <a:cxnLst/>
              <a:rect l="l" t="t" r="r" b="b"/>
              <a:pathLst>
                <a:path w="1222013" h="552971">
                  <a:moveTo>
                    <a:pt x="0" y="0"/>
                  </a:moveTo>
                  <a:lnTo>
                    <a:pt x="1222013" y="0"/>
                  </a:lnTo>
                  <a:lnTo>
                    <a:pt x="1222013" y="552971"/>
                  </a:lnTo>
                  <a:lnTo>
                    <a:pt x="0" y="552971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1222013" cy="572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{Corners_right_positions_vis}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89783" y="4177236"/>
            <a:ext cx="3409850" cy="1542985"/>
            <a:chOff x="0" y="0"/>
            <a:chExt cx="1222013" cy="55297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22013" cy="552971"/>
            </a:xfrm>
            <a:custGeom>
              <a:avLst/>
              <a:gdLst/>
              <a:ahLst/>
              <a:cxnLst/>
              <a:rect l="l" t="t" r="r" b="b"/>
              <a:pathLst>
                <a:path w="1222013" h="552971">
                  <a:moveTo>
                    <a:pt x="0" y="0"/>
                  </a:moveTo>
                  <a:lnTo>
                    <a:pt x="1222013" y="0"/>
                  </a:lnTo>
                  <a:lnTo>
                    <a:pt x="1222013" y="552971"/>
                  </a:lnTo>
                  <a:lnTo>
                    <a:pt x="0" y="552971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1222013" cy="572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{Corners_left_shots_vis}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3850892" y="4177236"/>
            <a:ext cx="3409850" cy="1542985"/>
            <a:chOff x="0" y="0"/>
            <a:chExt cx="1222013" cy="5529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22013" cy="552971"/>
            </a:xfrm>
            <a:custGeom>
              <a:avLst/>
              <a:gdLst/>
              <a:ahLst/>
              <a:cxnLst/>
              <a:rect l="l" t="t" r="r" b="b"/>
              <a:pathLst>
                <a:path w="1222013" h="552971">
                  <a:moveTo>
                    <a:pt x="0" y="0"/>
                  </a:moveTo>
                  <a:lnTo>
                    <a:pt x="1222013" y="0"/>
                  </a:lnTo>
                  <a:lnTo>
                    <a:pt x="1222013" y="552971"/>
                  </a:lnTo>
                  <a:lnTo>
                    <a:pt x="0" y="552971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222013" cy="572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{Corners_right_shots_vis}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2483" y="4646651"/>
            <a:ext cx="3367368" cy="1036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442483" y="1901132"/>
          <a:ext cx="6575635" cy="2229498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317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284639" y="5174336"/>
            <a:ext cx="3409850" cy="1542985"/>
            <a:chOff x="0" y="0"/>
            <a:chExt cx="1222013" cy="55297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22013" cy="552971"/>
            </a:xfrm>
            <a:custGeom>
              <a:avLst/>
              <a:gdLst/>
              <a:ahLst/>
              <a:cxnLst/>
              <a:rect l="l" t="t" r="r" b="b"/>
              <a:pathLst>
                <a:path w="1222013" h="552971">
                  <a:moveTo>
                    <a:pt x="0" y="0"/>
                  </a:moveTo>
                  <a:lnTo>
                    <a:pt x="1222013" y="0"/>
                  </a:lnTo>
                  <a:lnTo>
                    <a:pt x="1222013" y="552971"/>
                  </a:lnTo>
                  <a:lnTo>
                    <a:pt x="0" y="552971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222013" cy="572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{def_Corners_left_shots_vis}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920557" y="5178380"/>
            <a:ext cx="3409850" cy="1542985"/>
            <a:chOff x="0" y="0"/>
            <a:chExt cx="1222013" cy="55297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22013" cy="552971"/>
            </a:xfrm>
            <a:custGeom>
              <a:avLst/>
              <a:gdLst/>
              <a:ahLst/>
              <a:cxnLst/>
              <a:rect l="l" t="t" r="r" b="b"/>
              <a:pathLst>
                <a:path w="1222013" h="552971">
                  <a:moveTo>
                    <a:pt x="0" y="0"/>
                  </a:moveTo>
                  <a:lnTo>
                    <a:pt x="1222013" y="0"/>
                  </a:lnTo>
                  <a:lnTo>
                    <a:pt x="1222013" y="552971"/>
                  </a:lnTo>
                  <a:lnTo>
                    <a:pt x="0" y="552971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1222013" cy="5720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{def_Corners_left_shots_vis}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8827" y="7468778"/>
            <a:ext cx="3445662" cy="2636178"/>
            <a:chOff x="0" y="0"/>
            <a:chExt cx="1234847" cy="94474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34847" cy="944747"/>
            </a:xfrm>
            <a:custGeom>
              <a:avLst/>
              <a:gdLst/>
              <a:ahLst/>
              <a:cxnLst/>
              <a:rect l="l" t="t" r="r" b="b"/>
              <a:pathLst>
                <a:path w="1234847" h="944747">
                  <a:moveTo>
                    <a:pt x="0" y="0"/>
                  </a:moveTo>
                  <a:lnTo>
                    <a:pt x="1234847" y="0"/>
                  </a:lnTo>
                  <a:lnTo>
                    <a:pt x="1234847" y="944747"/>
                  </a:lnTo>
                  <a:lnTo>
                    <a:pt x="0" y="94474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234847" cy="9637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{att_corners_headers}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3920557" y="7468778"/>
            <a:ext cx="3445662" cy="2636178"/>
            <a:chOff x="0" y="0"/>
            <a:chExt cx="1234847" cy="94474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34847" cy="944747"/>
            </a:xfrm>
            <a:custGeom>
              <a:avLst/>
              <a:gdLst/>
              <a:ahLst/>
              <a:cxnLst/>
              <a:rect l="l" t="t" r="r" b="b"/>
              <a:pathLst>
                <a:path w="1234847" h="944747">
                  <a:moveTo>
                    <a:pt x="0" y="0"/>
                  </a:moveTo>
                  <a:lnTo>
                    <a:pt x="1234847" y="0"/>
                  </a:lnTo>
                  <a:lnTo>
                    <a:pt x="1234847" y="944747"/>
                  </a:lnTo>
                  <a:lnTo>
                    <a:pt x="0" y="94474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1234847" cy="9637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{def_corners_headers}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402</Words>
  <Application>Microsoft Office PowerPoint</Application>
  <PresentationFormat>Custom</PresentationFormat>
  <Paragraphs>67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</cp:revision>
  <dcterms:created xsi:type="dcterms:W3CDTF">2006-08-16T00:00:00Z</dcterms:created>
  <dcterms:modified xsi:type="dcterms:W3CDTF">2026-02-24T13:11:18Z</dcterms:modified>
  <dc:identifier>DAHCOi_O9f0</dc:identifier>
</cp:coreProperties>
</file>