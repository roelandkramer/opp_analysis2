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966" y="-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2645" y="172431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319316" y="1737580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62580" y="75927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74548" y="141121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861BF5B-1C96-31DB-40D9-A628FDEEB526}"/>
              </a:ext>
            </a:extLst>
          </p:cNvPr>
          <p:cNvSpPr/>
          <p:nvPr/>
        </p:nvSpPr>
        <p:spPr>
          <a:xfrm>
            <a:off x="342832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D41991-DE33-7360-69ED-5356A87E0AD3}"/>
              </a:ext>
            </a:extLst>
          </p:cNvPr>
          <p:cNvSpPr/>
          <p:nvPr/>
        </p:nvSpPr>
        <p:spPr>
          <a:xfrm>
            <a:off x="3859453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799D6BB-A921-84D5-2F01-6C818FE3F393}"/>
              </a:ext>
            </a:extLst>
          </p:cNvPr>
          <p:cNvSpPr/>
          <p:nvPr/>
        </p:nvSpPr>
        <p:spPr>
          <a:xfrm>
            <a:off x="346270" y="4338464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2" name="TextBox 2"/>
          <p:cNvSpPr txBox="1"/>
          <p:nvPr/>
        </p:nvSpPr>
        <p:spPr>
          <a:xfrm>
            <a:off x="442483" y="4646651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368359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77923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926694" y="53117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1539</TotalTime>
  <Words>412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12</cp:revision>
  <dcterms:created xsi:type="dcterms:W3CDTF">2006-08-16T00:00:00Z</dcterms:created>
  <dcterms:modified xsi:type="dcterms:W3CDTF">2026-02-25T14:47:44Z</dcterms:modified>
  <dc:identifier>DAHCOi_O9f0</dc:identifier>
</cp:coreProperties>
</file>