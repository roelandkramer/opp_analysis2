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570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 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4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0149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PH_Corners_right_positions_vis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50755" y="1741857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249454" y="1752892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Corners_left_positions_vis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244426" y="1740149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Corners_right_shots_vis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27508" y="4337710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PH_Corners_left_shots_vis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517822" y="137399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grpSp>
        <p:nvGrpSpPr>
          <p:cNvPr id="57" name="Group 27">
            <a:extLst>
              <a:ext uri="{FF2B5EF4-FFF2-40B4-BE49-F238E27FC236}">
                <a16:creationId xmlns:a16="http://schemas.microsoft.com/office/drawing/2014/main" id="{E9AA5BD1-A113-C32D-BB37-B3E9CA6779DD}"/>
              </a:ext>
            </a:extLst>
          </p:cNvPr>
          <p:cNvGrpSpPr/>
          <p:nvPr/>
        </p:nvGrpSpPr>
        <p:grpSpPr>
          <a:xfrm>
            <a:off x="-3500" y="6537695"/>
            <a:ext cx="7560000" cy="109728"/>
            <a:chOff x="0" y="-9525"/>
            <a:chExt cx="2709333" cy="109393"/>
          </a:xfrm>
          <a:solidFill>
            <a:schemeClr val="tx1"/>
          </a:solidFill>
        </p:grpSpPr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35E5E940-5C60-F690-2341-71E98751479C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/>
            <a:lstStyle/>
            <a:p>
              <a:endParaRPr lang="LID4096"/>
            </a:p>
          </p:txBody>
        </p:sp>
        <p:sp>
          <p:nvSpPr>
            <p:cNvPr id="59" name="TextBox 29">
              <a:extLst>
                <a:ext uri="{FF2B5EF4-FFF2-40B4-BE49-F238E27FC236}">
                  <a16:creationId xmlns:a16="http://schemas.microsoft.com/office/drawing/2014/main" id="{03967EA5-D8FE-174F-72A2-E8CB23489D93}"/>
                </a:ext>
              </a:extLst>
            </p:cNvPr>
            <p:cNvSpPr txBox="1"/>
            <p:nvPr/>
          </p:nvSpPr>
          <p:spPr>
            <a:xfrm>
              <a:off x="0" y="-9525"/>
              <a:ext cx="2709333" cy="9986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nl-NL">
                  <a:solidFill>
                    <a:schemeClr val="bg1"/>
                  </a:solidFill>
                </a:rPr>
                <a:t>{middle_bar}</a:t>
              </a: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63" name="TextBox 2"/>
          <p:cNvSpPr txBox="1"/>
          <p:nvPr/>
        </p:nvSpPr>
        <p:spPr>
          <a:xfrm>
            <a:off x="382629" y="7231716"/>
            <a:ext cx="3367368" cy="1152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Def. Corners Left: how many crosses turned into a shot? 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4" name="TextBox 3"/>
          <p:cNvSpPr txBox="1"/>
          <p:nvPr/>
        </p:nvSpPr>
        <p:spPr>
          <a:xfrm>
            <a:off x="3894204" y="7231716"/>
            <a:ext cx="3342848" cy="716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5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859082" y="790209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6" name="PH_def_right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859082" y="790209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7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37343" y="788941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" name="PH_def_left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23203" y="789574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10" name="PH_takers_righ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857057"/>
              </p:ext>
            </p:extLst>
          </p:nvPr>
        </p:nvGraphicFramePr>
        <p:xfrm>
          <a:off x="490432" y="4626041"/>
          <a:ext cx="6575635" cy="19587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1"/>
          <p:cNvSpPr txBox="1"/>
          <p:nvPr/>
        </p:nvSpPr>
        <p:spPr>
          <a:xfrm>
            <a:off x="121691" y="7003214"/>
            <a:ext cx="3889077" cy="4278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Attacking corners: Headers &amp; Header</a:t>
            </a:r>
            <a:b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</a:b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32469" y="7015891"/>
            <a:ext cx="3602340" cy="4278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Defending corners: Headers &amp; Header goals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def_c_headers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att_c_headers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57" name="TextBox 20">
            <a:extLst>
              <a:ext uri="{FF2B5EF4-FFF2-40B4-BE49-F238E27FC236}">
                <a16:creationId xmlns:a16="http://schemas.microsoft.com/office/drawing/2014/main" id="{14F98EA0-D7B8-8237-2BE1-2B97810D7712}"/>
              </a:ext>
            </a:extLst>
          </p:cNvPr>
          <p:cNvSpPr txBox="1"/>
          <p:nvPr/>
        </p:nvSpPr>
        <p:spPr>
          <a:xfrm>
            <a:off x="1612169" y="407792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graphicFrame>
        <p:nvGraphicFramePr>
          <p:cNvPr id="59" name="PH_takers_le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037110"/>
              </p:ext>
            </p:extLst>
          </p:nvPr>
        </p:nvGraphicFramePr>
        <p:xfrm>
          <a:off x="494472" y="1755771"/>
          <a:ext cx="6575635" cy="2058822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772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0" name="TextBox 20"/>
          <p:cNvSpPr txBox="1"/>
          <p:nvPr/>
        </p:nvSpPr>
        <p:spPr>
          <a:xfrm>
            <a:off x="1612169" y="118440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(LEFT)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8875DF3-0810-CC22-723A-A0599E5B2634}"/>
              </a:ext>
            </a:extLst>
          </p:cNvPr>
          <p:cNvSpPr/>
          <p:nvPr/>
        </p:nvSpPr>
        <p:spPr>
          <a:xfrm>
            <a:off x="6517822" y="137399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3500</TotalTime>
  <Words>417</Words>
  <Application>Microsoft Office PowerPoint</Application>
  <PresentationFormat>Custom</PresentationFormat>
  <Paragraphs>86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25</cp:revision>
  <dcterms:created xsi:type="dcterms:W3CDTF">2006-08-16T00:00:00Z</dcterms:created>
  <dcterms:modified xsi:type="dcterms:W3CDTF">2026-02-27T01:00:31Z</dcterms:modified>
  <dc:identifier>DAHCOi_O9f0</dc:identifier>
</cp:coreProperties>
</file>