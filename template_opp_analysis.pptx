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3186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 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857057"/>
              </p:ext>
            </p:extLst>
          </p:nvPr>
        </p:nvGraphicFramePr>
        <p:xfrm>
          <a:off x="490432" y="4626041"/>
          <a:ext cx="6575635" cy="19587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def_c_headers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att_c_headers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7792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8875DF3-0810-CC22-723A-A0599E5B2634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3485</TotalTime>
  <Words>415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24</cp:revision>
  <dcterms:created xsi:type="dcterms:W3CDTF">2006-08-16T00:00:00Z</dcterms:created>
  <dcterms:modified xsi:type="dcterms:W3CDTF">2026-02-27T00:45:07Z</dcterms:modified>
  <dc:identifier>DAHCOi_O9f0</dc:identifier>
</cp:coreProperties>
</file>