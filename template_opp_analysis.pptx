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966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69072" y="6784928"/>
          <a:ext cx="6575635" cy="2293200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0115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745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745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75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43622" y="6231383"/>
            <a:ext cx="3512195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CORNER TAKERS (LEFT)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908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62645" y="1724316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334265" y="173640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319316" y="1737580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40906" y="4315945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6" name="Rectangle 2">
            <a:extLst>
              <a:ext uri="{FF2B5EF4-FFF2-40B4-BE49-F238E27FC236}">
                <a16:creationId xmlns:a16="http://schemas.microsoft.com/office/drawing/2014/main" id="{042AFD61-EC88-E083-B7FD-077092F2CA0D}"/>
              </a:ext>
            </a:extLst>
          </p:cNvPr>
          <p:cNvSpPr/>
          <p:nvPr/>
        </p:nvSpPr>
        <p:spPr>
          <a:xfrm>
            <a:off x="6262580" y="75927"/>
            <a:ext cx="953389" cy="80537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74548" y="141121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861BF5B-1C96-31DB-40D9-A628FDEEB526}"/>
              </a:ext>
            </a:extLst>
          </p:cNvPr>
          <p:cNvSpPr/>
          <p:nvPr/>
        </p:nvSpPr>
        <p:spPr>
          <a:xfrm>
            <a:off x="342832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BBD41991-DE33-7360-69ED-5356A87E0AD3}"/>
              </a:ext>
            </a:extLst>
          </p:cNvPr>
          <p:cNvSpPr/>
          <p:nvPr/>
        </p:nvSpPr>
        <p:spPr>
          <a:xfrm>
            <a:off x="3859453" y="17313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799D6BB-A921-84D5-2F01-6C818FE3F393}"/>
              </a:ext>
            </a:extLst>
          </p:cNvPr>
          <p:cNvSpPr/>
          <p:nvPr/>
        </p:nvSpPr>
        <p:spPr>
          <a:xfrm>
            <a:off x="346270" y="4338464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2" name="TextBox 2"/>
          <p:cNvSpPr txBox="1"/>
          <p:nvPr/>
        </p:nvSpPr>
        <p:spPr>
          <a:xfrm>
            <a:off x="442483" y="4646651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3954058" y="4646651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0368359"/>
              </p:ext>
            </p:extLst>
          </p:nvPr>
        </p:nvGraphicFramePr>
        <p:xfrm>
          <a:off x="442483" y="1901132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" name="TextBox 20"/>
          <p:cNvSpPr txBox="1"/>
          <p:nvPr/>
        </p:nvSpPr>
        <p:spPr>
          <a:xfrm>
            <a:off x="1612169" y="1376469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6429382" y="131669"/>
            <a:ext cx="749236" cy="707542"/>
            <a:chOff x="0" y="0"/>
            <a:chExt cx="268509" cy="25356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68509" cy="253567"/>
            </a:xfrm>
            <a:custGeom>
              <a:avLst/>
              <a:gdLst/>
              <a:ahLst/>
              <a:cxnLst/>
              <a:rect l="l" t="t" r="r" b="b"/>
              <a:pathLst>
                <a:path w="268509" h="253567">
                  <a:moveTo>
                    <a:pt x="0" y="0"/>
                  </a:moveTo>
                  <a:lnTo>
                    <a:pt x="268509" y="0"/>
                  </a:lnTo>
                  <a:lnTo>
                    <a:pt x="268509" y="253567"/>
                  </a:lnTo>
                  <a:lnTo>
                    <a:pt x="0" y="253567"/>
                  </a:lnTo>
                  <a:close/>
                </a:path>
              </a:pathLst>
            </a:custGeom>
            <a:solidFill>
              <a:srgbClr val="D78484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19050"/>
              <a:ext cx="268509" cy="2726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79"/>
                </a:lnSpc>
              </a:pPr>
              <a:r>
                <a:rPr lang="en-US" sz="1200" b="1">
                  <a:solidFill>
                    <a:srgbClr val="000000"/>
                  </a:solidFill>
                  <a:latin typeface="Canva Sans Bold"/>
                  <a:ea typeface="Canva Sans Bold"/>
                  <a:cs typeface="Canva Sans Bold"/>
                  <a:sym typeface="Canva Sans Bold"/>
                </a:rPr>
                <a:t>{LOGO}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34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918936" y="5317027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918936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6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97197" y="530435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83057" y="531067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77923" y="5317027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926694" y="5311775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1541</TotalTime>
  <Words>412</Words>
  <Application>Microsoft Office PowerPoint</Application>
  <PresentationFormat>Custom</PresentationFormat>
  <Paragraphs>97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12</cp:revision>
  <dcterms:created xsi:type="dcterms:W3CDTF">2006-08-16T00:00:00Z</dcterms:created>
  <dcterms:modified xsi:type="dcterms:W3CDTF">2026-02-25T14:49:13Z</dcterms:modified>
  <dc:identifier>DAHCOi_O9f0</dc:identifier>
</cp:coreProperties>
</file>