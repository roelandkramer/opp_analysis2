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7556500" cy="10693400"/>
  <p:notesSz cx="6858000" cy="9144000"/>
  <p:embeddedFontLst>
    <p:embeddedFont>
      <p:font typeface="Arimo" panose="020B0604020202020204" charset="0"/>
      <p:regular r:id="rId4"/>
    </p:embeddedFont>
    <p:embeddedFont>
      <p:font typeface="Canva Sans" panose="020B0604020202020204" charset="0"/>
      <p:regular r:id="rId5"/>
    </p:embeddedFont>
    <p:embeddedFont>
      <p:font typeface="Canva Sans Bold" panose="020B0604020202020204" charset="0"/>
      <p:regular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66" d="100"/>
          <a:sy n="66" d="100"/>
        </p:scale>
        <p:origin x="2598" y="13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 algn="ctr"/>
              <a:r>
                <a:rPr lang="nl-NL">
                  <a:solidFill>
                    <a:schemeClr val="bg1"/>
                  </a:solidFill>
                </a:rPr>
                <a:t>{top_bar}</a:t>
              </a:r>
              <a:endParaRPr lang="LID4096">
                <a:solidFill>
                  <a:schemeClr val="bg1"/>
                </a:solidFill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85540" y="1254714"/>
            <a:ext cx="3299222" cy="5938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44"/>
              </a:lnSpc>
              <a:spcBef>
                <a:spcPct val="0"/>
              </a:spcBef>
            </a:pPr>
            <a:r>
              <a:rPr lang="en-US" sz="1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Left ({nlc} corners)</a:t>
            </a:r>
          </a:p>
          <a:p>
            <a:pPr algn="ctr">
              <a:lnSpc>
                <a:spcPts val="2444"/>
              </a:lnSpc>
              <a:spcBef>
                <a:spcPct val="0"/>
              </a:spcBef>
            </a:pPr>
            <a:endParaRPr lang="en-US" sz="140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799720" y="1254714"/>
            <a:ext cx="3512195" cy="28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50"/>
              </a:lnSpc>
              <a:spcBef>
                <a:spcPct val="0"/>
              </a:spcBef>
            </a:pPr>
            <a:r>
              <a:rPr lang="en-US" sz="1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Right ({nrc} corners)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943257" y="3508263"/>
            <a:ext cx="3024000" cy="73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(Right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31136" y="3508263"/>
            <a:ext cx="3024000" cy="7516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(Left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39" name="Rectangle 2">
            <a:extLst>
              <a:ext uri="{FF2B5EF4-FFF2-40B4-BE49-F238E27FC236}">
                <a16:creationId xmlns:a16="http://schemas.microsoft.com/office/drawing/2014/main" id="{E7F01EEB-97CC-9775-A811-6DEEE1E505A0}"/>
              </a:ext>
            </a:extLst>
          </p:cNvPr>
          <p:cNvSpPr/>
          <p:nvPr/>
        </p:nvSpPr>
        <p:spPr>
          <a:xfrm>
            <a:off x="3856004" y="1740149"/>
            <a:ext cx="3529584" cy="13898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54" name="PH_Corners_right_positions_vis">
            <a:extLst>
              <a:ext uri="{FF2B5EF4-FFF2-40B4-BE49-F238E27FC236}">
                <a16:creationId xmlns:a16="http://schemas.microsoft.com/office/drawing/2014/main" id="{5DF0850D-76D9-599D-EDA4-9053CD996508}"/>
              </a:ext>
            </a:extLst>
          </p:cNvPr>
          <p:cNvSpPr/>
          <p:nvPr/>
        </p:nvSpPr>
        <p:spPr>
          <a:xfrm>
            <a:off x="3850755" y="1741857"/>
            <a:ext cx="3529584" cy="1389888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16747AFE-35E2-310B-1856-BBE326915D49}"/>
              </a:ext>
            </a:extLst>
          </p:cNvPr>
          <p:cNvSpPr/>
          <p:nvPr/>
        </p:nvSpPr>
        <p:spPr>
          <a:xfrm>
            <a:off x="249454" y="1752892"/>
            <a:ext cx="3529584" cy="13898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PH_Corners_left_positions_vis">
            <a:extLst>
              <a:ext uri="{FF2B5EF4-FFF2-40B4-BE49-F238E27FC236}">
                <a16:creationId xmlns:a16="http://schemas.microsoft.com/office/drawing/2014/main" id="{FBC95EC2-B3A4-B383-FFC1-30F5BC6596F0}"/>
              </a:ext>
            </a:extLst>
          </p:cNvPr>
          <p:cNvSpPr>
            <a:spLocks/>
          </p:cNvSpPr>
          <p:nvPr/>
        </p:nvSpPr>
        <p:spPr>
          <a:xfrm>
            <a:off x="244426" y="1740149"/>
            <a:ext cx="3529584" cy="1389888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E1F355EE-8B1A-DBAC-820B-E2C1ED8C0DB4}"/>
              </a:ext>
            </a:extLst>
          </p:cNvPr>
          <p:cNvSpPr/>
          <p:nvPr/>
        </p:nvSpPr>
        <p:spPr>
          <a:xfrm>
            <a:off x="3862645" y="4328621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PH_Corners_right_shots_vis">
            <a:extLst>
              <a:ext uri="{FF2B5EF4-FFF2-40B4-BE49-F238E27FC236}">
                <a16:creationId xmlns:a16="http://schemas.microsoft.com/office/drawing/2014/main" id="{D2853733-1D34-A559-2BA0-73B5B1A115B9}"/>
              </a:ext>
            </a:extLst>
          </p:cNvPr>
          <p:cNvSpPr/>
          <p:nvPr/>
        </p:nvSpPr>
        <p:spPr>
          <a:xfrm>
            <a:off x="3862645" y="4328622"/>
            <a:ext cx="3366347" cy="159614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4" name="Rectangle 2">
            <a:extLst>
              <a:ext uri="{FF2B5EF4-FFF2-40B4-BE49-F238E27FC236}">
                <a16:creationId xmlns:a16="http://schemas.microsoft.com/office/drawing/2014/main" id="{4AE83471-1501-87B4-685E-9BD66B50C9AF}"/>
              </a:ext>
            </a:extLst>
          </p:cNvPr>
          <p:cNvSpPr/>
          <p:nvPr/>
        </p:nvSpPr>
        <p:spPr>
          <a:xfrm>
            <a:off x="327508" y="4337710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5" name="PH_Corners_left_shots_vis">
            <a:extLst>
              <a:ext uri="{FF2B5EF4-FFF2-40B4-BE49-F238E27FC236}">
                <a16:creationId xmlns:a16="http://schemas.microsoft.com/office/drawing/2014/main" id="{00EFB0B4-4FA4-0A2E-CA34-C4BB1CE8FF95}"/>
              </a:ext>
            </a:extLst>
          </p:cNvPr>
          <p:cNvSpPr/>
          <p:nvPr/>
        </p:nvSpPr>
        <p:spPr>
          <a:xfrm>
            <a:off x="331073" y="4328621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5B825E9-6C3A-7263-77C9-9EF749ED6FC7}"/>
              </a:ext>
            </a:extLst>
          </p:cNvPr>
          <p:cNvSpPr/>
          <p:nvPr/>
        </p:nvSpPr>
        <p:spPr>
          <a:xfrm>
            <a:off x="6359308" y="175952"/>
            <a:ext cx="719230" cy="64632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{LOGO}</a:t>
            </a:r>
            <a:endParaRPr lang="nl-NL">
              <a:ln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  <p:grpSp>
        <p:nvGrpSpPr>
          <p:cNvPr id="57" name="Group 27">
            <a:extLst>
              <a:ext uri="{FF2B5EF4-FFF2-40B4-BE49-F238E27FC236}">
                <a16:creationId xmlns:a16="http://schemas.microsoft.com/office/drawing/2014/main" id="{E9AA5BD1-A113-C32D-BB37-B3E9CA6779DD}"/>
              </a:ext>
            </a:extLst>
          </p:cNvPr>
          <p:cNvGrpSpPr/>
          <p:nvPr/>
        </p:nvGrpSpPr>
        <p:grpSpPr>
          <a:xfrm>
            <a:off x="-3500" y="6537695"/>
            <a:ext cx="7560000" cy="109728"/>
            <a:chOff x="0" y="-9525"/>
            <a:chExt cx="2709333" cy="109393"/>
          </a:xfrm>
          <a:solidFill>
            <a:schemeClr val="tx1"/>
          </a:solidFill>
        </p:grpSpPr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35E5E940-5C60-F690-2341-71E98751479C}"/>
                </a:ext>
              </a:extLst>
            </p:cNvPr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/>
            <a:lstStyle/>
            <a:p>
              <a:endParaRPr lang="LID4096"/>
            </a:p>
          </p:txBody>
        </p:sp>
        <p:sp>
          <p:nvSpPr>
            <p:cNvPr id="59" name="TextBox 29">
              <a:extLst>
                <a:ext uri="{FF2B5EF4-FFF2-40B4-BE49-F238E27FC236}">
                  <a16:creationId xmlns:a16="http://schemas.microsoft.com/office/drawing/2014/main" id="{03967EA5-D8FE-174F-72A2-E8CB23489D93}"/>
                </a:ext>
              </a:extLst>
            </p:cNvPr>
            <p:cNvSpPr txBox="1"/>
            <p:nvPr/>
          </p:nvSpPr>
          <p:spPr>
            <a:xfrm>
              <a:off x="0" y="-9525"/>
              <a:ext cx="2709333" cy="99868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nl-NL">
                  <a:solidFill>
                    <a:schemeClr val="bg1"/>
                  </a:solidFill>
                </a:rPr>
                <a:t>{middle_bar}</a:t>
              </a:r>
              <a:endParaRPr>
                <a:solidFill>
                  <a:schemeClr val="bg1"/>
                </a:solidFill>
              </a:endParaRPr>
            </a:p>
          </p:txBody>
        </p:sp>
      </p:grpSp>
      <p:sp>
        <p:nvSpPr>
          <p:cNvPr id="63" name="TextBox 2"/>
          <p:cNvSpPr txBox="1"/>
          <p:nvPr/>
        </p:nvSpPr>
        <p:spPr>
          <a:xfrm>
            <a:off x="382629" y="7231716"/>
            <a:ext cx="3367368" cy="10752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 spc="-6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Left: how many crosses turned into a shot?</a:t>
            </a: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64" name="TextBox 3"/>
          <p:cNvSpPr txBox="1"/>
          <p:nvPr/>
        </p:nvSpPr>
        <p:spPr>
          <a:xfrm>
            <a:off x="3894204" y="7231716"/>
            <a:ext cx="3342848" cy="617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Right: how many crosses turned into a shot?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65" name="Rectangle 2">
            <a:extLst>
              <a:ext uri="{FF2B5EF4-FFF2-40B4-BE49-F238E27FC236}">
                <a16:creationId xmlns:a16="http://schemas.microsoft.com/office/drawing/2014/main" id="{30C141DD-440A-D8AB-B4FF-A82C5F89309E}"/>
              </a:ext>
            </a:extLst>
          </p:cNvPr>
          <p:cNvSpPr/>
          <p:nvPr/>
        </p:nvSpPr>
        <p:spPr>
          <a:xfrm>
            <a:off x="3859082" y="7902092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6" name="PH_def_right">
            <a:extLst>
              <a:ext uri="{FF2B5EF4-FFF2-40B4-BE49-F238E27FC236}">
                <a16:creationId xmlns:a16="http://schemas.microsoft.com/office/drawing/2014/main" id="{01FA4B6F-FE8E-8F68-3B8E-0F17889CDCFA}"/>
              </a:ext>
            </a:extLst>
          </p:cNvPr>
          <p:cNvSpPr/>
          <p:nvPr/>
        </p:nvSpPr>
        <p:spPr>
          <a:xfrm>
            <a:off x="3859082" y="7902092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67" name="Rectangle 2">
            <a:extLst>
              <a:ext uri="{FF2B5EF4-FFF2-40B4-BE49-F238E27FC236}">
                <a16:creationId xmlns:a16="http://schemas.microsoft.com/office/drawing/2014/main" id="{A5907B32-F324-C514-AA6A-CAF285702F51}"/>
              </a:ext>
            </a:extLst>
          </p:cNvPr>
          <p:cNvSpPr/>
          <p:nvPr/>
        </p:nvSpPr>
        <p:spPr>
          <a:xfrm>
            <a:off x="337343" y="7889416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8" name="PH_def_left">
            <a:extLst>
              <a:ext uri="{FF2B5EF4-FFF2-40B4-BE49-F238E27FC236}">
                <a16:creationId xmlns:a16="http://schemas.microsoft.com/office/drawing/2014/main" id="{3AAF7B1A-25C4-8431-1FAC-8FF57566D154}"/>
              </a:ext>
            </a:extLst>
          </p:cNvPr>
          <p:cNvSpPr/>
          <p:nvPr/>
        </p:nvSpPr>
        <p:spPr>
          <a:xfrm>
            <a:off x="323203" y="7895742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2">
            <a:extLst>
              <a:ext uri="{FF2B5EF4-FFF2-40B4-BE49-F238E27FC236}">
                <a16:creationId xmlns:a16="http://schemas.microsoft.com/office/drawing/2014/main" id="{845EB5F7-0A5C-2A6F-DD80-E890576A566E}"/>
              </a:ext>
            </a:extLst>
          </p:cNvPr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54" name="Freeform 3">
              <a:extLst>
                <a:ext uri="{FF2B5EF4-FFF2-40B4-BE49-F238E27FC236}">
                  <a16:creationId xmlns:a16="http://schemas.microsoft.com/office/drawing/2014/main" id="{78CE6043-FBE7-6AD7-0F76-4348222CB044}"/>
                </a:ext>
              </a:extLst>
            </p:cNvPr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 algn="ctr"/>
              <a:r>
                <a:rPr lang="nl-NL">
                  <a:solidFill>
                    <a:schemeClr val="bg1"/>
                  </a:solidFill>
                </a:rPr>
                <a:t>{top_bar}</a:t>
              </a:r>
              <a:endParaRPr lang="LID4096">
                <a:solidFill>
                  <a:schemeClr val="bg1"/>
                </a:solidFill>
              </a:endParaRPr>
            </a:p>
          </p:txBody>
        </p:sp>
        <p:sp>
          <p:nvSpPr>
            <p:cNvPr id="55" name="TextBox 4">
              <a:extLst>
                <a:ext uri="{FF2B5EF4-FFF2-40B4-BE49-F238E27FC236}">
                  <a16:creationId xmlns:a16="http://schemas.microsoft.com/office/drawing/2014/main" id="{AA4A81BE-9893-E74E-85F3-BC0287515FDF}"/>
                </a:ext>
              </a:extLst>
            </p:cNvPr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graphicFrame>
        <p:nvGraphicFramePr>
          <p:cNvPr id="10" name="PH_takers_righ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2646294"/>
              </p:ext>
            </p:extLst>
          </p:nvPr>
        </p:nvGraphicFramePr>
        <p:xfrm>
          <a:off x="490432" y="4542083"/>
          <a:ext cx="6575635" cy="2174675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%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96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569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65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Box 21"/>
          <p:cNvSpPr txBox="1"/>
          <p:nvPr/>
        </p:nvSpPr>
        <p:spPr>
          <a:xfrm>
            <a:off x="29859" y="7121469"/>
            <a:ext cx="4072745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Attacking corners: Headers &amp; Header goals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809851" y="7121469"/>
            <a:ext cx="3602340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Defending corners: Headers &amp; Header goals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61700699-F50E-00E1-D48A-3108A8DCE342}"/>
              </a:ext>
            </a:extLst>
          </p:cNvPr>
          <p:cNvSpPr/>
          <p:nvPr/>
        </p:nvSpPr>
        <p:spPr>
          <a:xfrm>
            <a:off x="3918936" y="7586187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C1D049D-DD3A-11AD-0C55-ED2CF94DABA8}"/>
              </a:ext>
            </a:extLst>
          </p:cNvPr>
          <p:cNvSpPr/>
          <p:nvPr/>
        </p:nvSpPr>
        <p:spPr>
          <a:xfrm>
            <a:off x="3918936" y="7573510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5AC47DA8-FF5A-B403-88F5-413985D326B3}"/>
              </a:ext>
            </a:extLst>
          </p:cNvPr>
          <p:cNvSpPr/>
          <p:nvPr/>
        </p:nvSpPr>
        <p:spPr>
          <a:xfrm>
            <a:off x="397197" y="7573511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C3C3B89-9935-1CA0-42FB-DD11839A7A86}"/>
              </a:ext>
            </a:extLst>
          </p:cNvPr>
          <p:cNvSpPr/>
          <p:nvPr/>
        </p:nvSpPr>
        <p:spPr>
          <a:xfrm>
            <a:off x="383057" y="7576952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{att_corners_headers}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grpSp>
        <p:nvGrpSpPr>
          <p:cNvPr id="47" name="Group 27">
            <a:extLst>
              <a:ext uri="{FF2B5EF4-FFF2-40B4-BE49-F238E27FC236}">
                <a16:creationId xmlns:a16="http://schemas.microsoft.com/office/drawing/2014/main" id="{44753B68-3B83-1E8A-4017-FFFA6B86A48C}"/>
              </a:ext>
            </a:extLst>
          </p:cNvPr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48" name="Freeform 28">
              <a:extLst>
                <a:ext uri="{FF2B5EF4-FFF2-40B4-BE49-F238E27FC236}">
                  <a16:creationId xmlns:a16="http://schemas.microsoft.com/office/drawing/2014/main" id="{E17D912E-12F7-B999-6248-6DD6ADFAAE95}"/>
                </a:ext>
              </a:extLst>
            </p:cNvPr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49" name="TextBox 29">
              <a:extLst>
                <a:ext uri="{FF2B5EF4-FFF2-40B4-BE49-F238E27FC236}">
                  <a16:creationId xmlns:a16="http://schemas.microsoft.com/office/drawing/2014/main" id="{B72B6AAC-6A21-35BD-D883-9949C6DBD50C}"/>
                </a:ext>
              </a:extLst>
            </p:cNvPr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57" name="TextBox 20">
            <a:extLst>
              <a:ext uri="{FF2B5EF4-FFF2-40B4-BE49-F238E27FC236}">
                <a16:creationId xmlns:a16="http://schemas.microsoft.com/office/drawing/2014/main" id="{14F98EA0-D7B8-8237-2BE1-2B97810D7712}"/>
              </a:ext>
            </a:extLst>
          </p:cNvPr>
          <p:cNvSpPr txBox="1"/>
          <p:nvPr/>
        </p:nvSpPr>
        <p:spPr>
          <a:xfrm>
            <a:off x="1612169" y="4005931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(RIGHT)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3CC63FFE-E2D3-3E98-DFBC-A7F02DD39AEC}"/>
              </a:ext>
            </a:extLst>
          </p:cNvPr>
          <p:cNvSpPr/>
          <p:nvPr/>
        </p:nvSpPr>
        <p:spPr>
          <a:xfrm>
            <a:off x="6359308" y="175952"/>
            <a:ext cx="719230" cy="64632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{LOGO}</a:t>
            </a:r>
            <a:endParaRPr lang="nl-NL">
              <a:ln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  <p:graphicFrame>
        <p:nvGraphicFramePr>
          <p:cNvPr id="59" name="PH_takers_lef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8037110"/>
              </p:ext>
            </p:extLst>
          </p:nvPr>
        </p:nvGraphicFramePr>
        <p:xfrm>
          <a:off x="494472" y="1755771"/>
          <a:ext cx="6575635" cy="2058822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66772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4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68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522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0" name="TextBox 20"/>
          <p:cNvSpPr txBox="1"/>
          <p:nvPr/>
        </p:nvSpPr>
        <p:spPr>
          <a:xfrm>
            <a:off x="1612169" y="1184402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(LEFT)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3015</TotalTime>
  <Words>416</Words>
  <Application>Microsoft Office PowerPoint</Application>
  <PresentationFormat>Custom</PresentationFormat>
  <Paragraphs>86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Canva Sans Bold</vt:lpstr>
      <vt:lpstr>Canva Sans</vt:lpstr>
      <vt:lpstr>Arial</vt:lpstr>
      <vt:lpstr>Arimo</vt:lpstr>
      <vt:lpstr>Calibri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Att. Corners Left (84 corners)</dc:title>
  <dc:creator>Kramer, Roeland</dc:creator>
  <cp:lastModifiedBy>roeland kramer</cp:lastModifiedBy>
  <cp:revision>21</cp:revision>
  <dcterms:created xsi:type="dcterms:W3CDTF">2006-08-16T00:00:00Z</dcterms:created>
  <dcterms:modified xsi:type="dcterms:W3CDTF">2026-02-26T15:23:38Z</dcterms:modified>
  <dc:identifier>DAHCOi_O9f0</dc:identifier>
</cp:coreProperties>
</file>