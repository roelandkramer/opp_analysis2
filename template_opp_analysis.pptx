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2598" y="1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646294"/>
              </p:ext>
            </p:extLst>
          </p:nvPr>
        </p:nvGraphicFramePr>
        <p:xfrm>
          <a:off x="490432" y="4542083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05931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CC63FFE-E2D3-3E98-DFBC-A7F02DD39AEC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2978</TotalTime>
  <Words>416</Words>
  <Application>Microsoft Office PowerPoint</Application>
  <PresentationFormat>Custom</PresentationFormat>
  <Paragraphs>86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20</cp:revision>
  <dcterms:created xsi:type="dcterms:W3CDTF">2006-08-16T00:00:00Z</dcterms:created>
  <dcterms:modified xsi:type="dcterms:W3CDTF">2026-02-26T14:46:08Z</dcterms:modified>
  <dc:identifier>DAHCOi_O9f0</dc:identifier>
</cp:coreProperties>
</file>