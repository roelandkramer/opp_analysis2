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2598" y="13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4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0149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PH_Corners_right_positions_vis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50755" y="1741857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249454" y="1752892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Corners_left_positions_vis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244426" y="1740149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Corners_right_shots_vis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27508" y="4337710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PH_Corners_left_shots_vis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359308" y="175952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F348ACE-F594-DA11-C9ED-DC818C8DE117}"/>
              </a:ext>
            </a:extLst>
          </p:cNvPr>
          <p:cNvSpPr/>
          <p:nvPr/>
        </p:nvSpPr>
        <p:spPr>
          <a:xfrm>
            <a:off x="3859452" y="433568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57" name="Group 27">
            <a:extLst>
              <a:ext uri="{FF2B5EF4-FFF2-40B4-BE49-F238E27FC236}">
                <a16:creationId xmlns:a16="http://schemas.microsoft.com/office/drawing/2014/main" id="{E9AA5BD1-A113-C32D-BB37-B3E9CA6779DD}"/>
              </a:ext>
            </a:extLst>
          </p:cNvPr>
          <p:cNvGrpSpPr/>
          <p:nvPr/>
        </p:nvGrpSpPr>
        <p:grpSpPr>
          <a:xfrm>
            <a:off x="-3500" y="6537695"/>
            <a:ext cx="7560000" cy="109728"/>
            <a:chOff x="0" y="-9525"/>
            <a:chExt cx="2709333" cy="109393"/>
          </a:xfrm>
          <a:solidFill>
            <a:schemeClr val="tx1"/>
          </a:solidFill>
        </p:grpSpPr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35E5E940-5C60-F690-2341-71E98751479C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grp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/>
            <a:lstStyle/>
            <a:p>
              <a:endParaRPr lang="LID4096"/>
            </a:p>
          </p:txBody>
        </p:sp>
        <p:sp>
          <p:nvSpPr>
            <p:cNvPr id="59" name="TextBox 29">
              <a:extLst>
                <a:ext uri="{FF2B5EF4-FFF2-40B4-BE49-F238E27FC236}">
                  <a16:creationId xmlns:a16="http://schemas.microsoft.com/office/drawing/2014/main" id="{03967EA5-D8FE-174F-72A2-E8CB23489D93}"/>
                </a:ext>
              </a:extLst>
            </p:cNvPr>
            <p:cNvSpPr txBox="1"/>
            <p:nvPr/>
          </p:nvSpPr>
          <p:spPr>
            <a:xfrm>
              <a:off x="0" y="-9525"/>
              <a:ext cx="2709333" cy="99868"/>
            </a:xfrm>
            <a:prstGeom prst="rect">
              <a:avLst/>
            </a:prstGeom>
            <a:grp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nl-NL">
                  <a:solidFill>
                    <a:schemeClr val="bg1"/>
                  </a:solidFill>
                </a:rPr>
                <a:t>{middle_bar}</a:t>
              </a: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63" name="TextBox 2"/>
          <p:cNvSpPr txBox="1"/>
          <p:nvPr/>
        </p:nvSpPr>
        <p:spPr>
          <a:xfrm>
            <a:off x="382629" y="7231716"/>
            <a:ext cx="3367368" cy="107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4" name="TextBox 3"/>
          <p:cNvSpPr txBox="1"/>
          <p:nvPr/>
        </p:nvSpPr>
        <p:spPr>
          <a:xfrm>
            <a:off x="3894204" y="7231716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5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859082" y="790209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6" name="PH_def_right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859082" y="790209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7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37343" y="788941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" name="PH_def_left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23203" y="789574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A9D8194-6133-B07E-927F-AB299C1D7C82}"/>
              </a:ext>
            </a:extLst>
          </p:cNvPr>
          <p:cNvSpPr/>
          <p:nvPr/>
        </p:nvSpPr>
        <p:spPr>
          <a:xfrm>
            <a:off x="318069" y="790209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C7BF0CA-D5F1-53A1-722C-FA69B409CC16}"/>
              </a:ext>
            </a:extLst>
          </p:cNvPr>
          <p:cNvSpPr/>
          <p:nvPr/>
        </p:nvSpPr>
        <p:spPr>
          <a:xfrm>
            <a:off x="3866840" y="7896840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2">
            <a:extLst>
              <a:ext uri="{FF2B5EF4-FFF2-40B4-BE49-F238E27FC236}">
                <a16:creationId xmlns:a16="http://schemas.microsoft.com/office/drawing/2014/main" id="{845EB5F7-0A5C-2A6F-DD80-E890576A566E}"/>
              </a:ext>
            </a:extLst>
          </p:cNvPr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4" name="Freeform 3">
              <a:extLst>
                <a:ext uri="{FF2B5EF4-FFF2-40B4-BE49-F238E27FC236}">
                  <a16:creationId xmlns:a16="http://schemas.microsoft.com/office/drawing/2014/main" id="{78CE6043-FBE7-6AD7-0F76-4348222CB044}"/>
                </a:ext>
              </a:extLst>
            </p:cNvPr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55" name="TextBox 4">
              <a:extLst>
                <a:ext uri="{FF2B5EF4-FFF2-40B4-BE49-F238E27FC236}">
                  <a16:creationId xmlns:a16="http://schemas.microsoft.com/office/drawing/2014/main" id="{AA4A81BE-9893-E74E-85F3-BC0287515FDF}"/>
                </a:ext>
              </a:extLst>
            </p:cNvPr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226565"/>
              </p:ext>
            </p:extLst>
          </p:nvPr>
        </p:nvGraphicFramePr>
        <p:xfrm>
          <a:off x="490432" y="4542083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47" name="Group 27">
            <a:extLst>
              <a:ext uri="{FF2B5EF4-FFF2-40B4-BE49-F238E27FC236}">
                <a16:creationId xmlns:a16="http://schemas.microsoft.com/office/drawing/2014/main" id="{44753B68-3B83-1E8A-4017-FFFA6B86A48C}"/>
              </a:ext>
            </a:extLst>
          </p:cNvPr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48" name="Freeform 28">
              <a:extLst>
                <a:ext uri="{FF2B5EF4-FFF2-40B4-BE49-F238E27FC236}">
                  <a16:creationId xmlns:a16="http://schemas.microsoft.com/office/drawing/2014/main" id="{E17D912E-12F7-B999-6248-6DD6ADFAAE95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9" name="TextBox 29">
              <a:extLst>
                <a:ext uri="{FF2B5EF4-FFF2-40B4-BE49-F238E27FC236}">
                  <a16:creationId xmlns:a16="http://schemas.microsoft.com/office/drawing/2014/main" id="{B72B6AAC-6A21-35BD-D883-9949C6DBD50C}"/>
                </a:ext>
              </a:extLst>
            </p:cNvPr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57" name="TextBox 20">
            <a:extLst>
              <a:ext uri="{FF2B5EF4-FFF2-40B4-BE49-F238E27FC236}">
                <a16:creationId xmlns:a16="http://schemas.microsoft.com/office/drawing/2014/main" id="{14F98EA0-D7B8-8237-2BE1-2B97810D7712}"/>
              </a:ext>
            </a:extLst>
          </p:cNvPr>
          <p:cNvSpPr txBox="1"/>
          <p:nvPr/>
        </p:nvSpPr>
        <p:spPr>
          <a:xfrm>
            <a:off x="1612169" y="4005931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CC63FFE-E2D3-3E98-DFBC-A7F02DD39AEC}"/>
              </a:ext>
            </a:extLst>
          </p:cNvPr>
          <p:cNvSpPr/>
          <p:nvPr/>
        </p:nvSpPr>
        <p:spPr>
          <a:xfrm>
            <a:off x="6359308" y="175952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graphicFrame>
        <p:nvGraphicFramePr>
          <p:cNvPr id="5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5298860"/>
              </p:ext>
            </p:extLst>
          </p:nvPr>
        </p:nvGraphicFramePr>
        <p:xfrm>
          <a:off x="494472" y="1755771"/>
          <a:ext cx="6575635" cy="2058822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772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0" name="TextBox 20"/>
          <p:cNvSpPr txBox="1"/>
          <p:nvPr/>
        </p:nvSpPr>
        <p:spPr>
          <a:xfrm>
            <a:off x="1612169" y="1184402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(LEFT)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2921</TotalTime>
  <Words>416</Words>
  <Application>Microsoft Office PowerPoint</Application>
  <PresentationFormat>Custom</PresentationFormat>
  <Paragraphs>92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17</cp:revision>
  <dcterms:created xsi:type="dcterms:W3CDTF">2006-08-16T00:00:00Z</dcterms:created>
  <dcterms:modified xsi:type="dcterms:W3CDTF">2026-02-26T13:49:39Z</dcterms:modified>
  <dc:identifier>DAHCOi_O9f0</dc:identifier>
</cp:coreProperties>
</file>