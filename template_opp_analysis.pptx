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7556500" cy="10693400"/>
  <p:notesSz cx="6858000" cy="9144000"/>
  <p:embeddedFontLst>
    <p:embeddedFont>
      <p:font typeface="Arimo" panose="020B0604020202020204" charset="0"/>
      <p:regular r:id="rId4"/>
    </p:embeddedFont>
    <p:embeddedFont>
      <p:font typeface="Canva Sans" panose="020B0604020202020204" charset="0"/>
      <p:regular r:id="rId5"/>
    </p:embeddedFont>
    <p:embeddedFont>
      <p:font typeface="Canva Sans Bold" panose="020B0604020202020204" charset="0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50" d="100"/>
          <a:sy n="150" d="100"/>
        </p:scale>
        <p:origin x="1224" y="-110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69072" y="6784928"/>
          <a:ext cx="6575635" cy="2293200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0115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68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52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Box 12"/>
          <p:cNvSpPr txBox="1"/>
          <p:nvPr/>
        </p:nvSpPr>
        <p:spPr>
          <a:xfrm>
            <a:off x="185540" y="1254714"/>
            <a:ext cx="3299222" cy="5938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44"/>
              </a:lnSpc>
              <a:spcBef>
                <a:spcPct val="0"/>
              </a:spcBef>
            </a:pPr>
            <a:r>
              <a:rPr lang="en-US" sz="174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Left ({nlc}corners)</a:t>
            </a:r>
          </a:p>
          <a:p>
            <a:pPr algn="ctr">
              <a:lnSpc>
                <a:spcPts val="2444"/>
              </a:lnSpc>
              <a:spcBef>
                <a:spcPct val="0"/>
              </a:spcBef>
            </a:pPr>
            <a:endParaRPr lang="en-US" sz="1745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799720" y="1254714"/>
            <a:ext cx="3512195" cy="28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50"/>
              </a:lnSpc>
              <a:spcBef>
                <a:spcPct val="0"/>
              </a:spcBef>
            </a:pPr>
            <a:r>
              <a:rPr lang="en-US" sz="175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Right ({nrc} corners)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943257" y="3508263"/>
            <a:ext cx="3024000" cy="73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(Right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31136" y="3508263"/>
            <a:ext cx="3024000" cy="7516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(Left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2043622" y="6231383"/>
            <a:ext cx="3512195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CORNER TAKERS (LEFT)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39" name="Rectangle 2">
            <a:extLst>
              <a:ext uri="{FF2B5EF4-FFF2-40B4-BE49-F238E27FC236}">
                <a16:creationId xmlns:a16="http://schemas.microsoft.com/office/drawing/2014/main" id="{E7F01EEB-97CC-9775-A811-6DEEE1E505A0}"/>
              </a:ext>
            </a:extLst>
          </p:cNvPr>
          <p:cNvSpPr/>
          <p:nvPr/>
        </p:nvSpPr>
        <p:spPr>
          <a:xfrm>
            <a:off x="3856004" y="1749082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DF0850D-76D9-599D-EDA4-9053CD996508}"/>
              </a:ext>
            </a:extLst>
          </p:cNvPr>
          <p:cNvSpPr/>
          <p:nvPr/>
        </p:nvSpPr>
        <p:spPr>
          <a:xfrm>
            <a:off x="3862645" y="1724316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16747AFE-35E2-310B-1856-BBE326915D49}"/>
              </a:ext>
            </a:extLst>
          </p:cNvPr>
          <p:cNvSpPr/>
          <p:nvPr/>
        </p:nvSpPr>
        <p:spPr>
          <a:xfrm>
            <a:off x="334265" y="1736406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BC95EC2-B3A4-B383-FFC1-30F5BC6596F0}"/>
              </a:ext>
            </a:extLst>
          </p:cNvPr>
          <p:cNvSpPr/>
          <p:nvPr/>
        </p:nvSpPr>
        <p:spPr>
          <a:xfrm>
            <a:off x="342832" y="1730309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E1F355EE-8B1A-DBAC-820B-E2C1ED8C0DB4}"/>
              </a:ext>
            </a:extLst>
          </p:cNvPr>
          <p:cNvSpPr/>
          <p:nvPr/>
        </p:nvSpPr>
        <p:spPr>
          <a:xfrm>
            <a:off x="3862645" y="432862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2853733-1D34-A559-2BA0-73B5B1A115B9}"/>
              </a:ext>
            </a:extLst>
          </p:cNvPr>
          <p:cNvSpPr/>
          <p:nvPr/>
        </p:nvSpPr>
        <p:spPr>
          <a:xfrm>
            <a:off x="3862645" y="4368292"/>
            <a:ext cx="3366347" cy="1477325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2">
            <a:extLst>
              <a:ext uri="{FF2B5EF4-FFF2-40B4-BE49-F238E27FC236}">
                <a16:creationId xmlns:a16="http://schemas.microsoft.com/office/drawing/2014/main" id="{4AE83471-1501-87B4-685E-9BD66B50C9AF}"/>
              </a:ext>
            </a:extLst>
          </p:cNvPr>
          <p:cNvSpPr/>
          <p:nvPr/>
        </p:nvSpPr>
        <p:spPr>
          <a:xfrm>
            <a:off x="340906" y="4315945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0EFB0B4-4FA4-0A2E-CA34-C4BB1CE8FF95}"/>
              </a:ext>
            </a:extLst>
          </p:cNvPr>
          <p:cNvSpPr/>
          <p:nvPr/>
        </p:nvSpPr>
        <p:spPr>
          <a:xfrm>
            <a:off x="334524" y="4306856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6" name="Rectangle 2">
            <a:extLst>
              <a:ext uri="{FF2B5EF4-FFF2-40B4-BE49-F238E27FC236}">
                <a16:creationId xmlns:a16="http://schemas.microsoft.com/office/drawing/2014/main" id="{042AFD61-EC88-E083-B7FD-077092F2CA0D}"/>
              </a:ext>
            </a:extLst>
          </p:cNvPr>
          <p:cNvSpPr/>
          <p:nvPr/>
        </p:nvSpPr>
        <p:spPr>
          <a:xfrm>
            <a:off x="6262580" y="75927"/>
            <a:ext cx="953389" cy="80537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5B825E9-6C3A-7263-77C9-9EF749ED6FC7}"/>
              </a:ext>
            </a:extLst>
          </p:cNvPr>
          <p:cNvSpPr/>
          <p:nvPr/>
        </p:nvSpPr>
        <p:spPr>
          <a:xfrm>
            <a:off x="6374548" y="141121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861BF5B-1C96-31DB-40D9-A628FDEEB526}"/>
              </a:ext>
            </a:extLst>
          </p:cNvPr>
          <p:cNvSpPr/>
          <p:nvPr/>
        </p:nvSpPr>
        <p:spPr>
          <a:xfrm>
            <a:off x="342832" y="1731375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BD41991-DE33-7360-69ED-5356A87E0AD3}"/>
              </a:ext>
            </a:extLst>
          </p:cNvPr>
          <p:cNvSpPr/>
          <p:nvPr/>
        </p:nvSpPr>
        <p:spPr>
          <a:xfrm>
            <a:off x="3859453" y="1731375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42483" y="4646651"/>
            <a:ext cx="3367368" cy="1293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 spc="-6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Left: how many crosses turned into a shot?</a:t>
            </a: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{def_Corners_left_shots_vis}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3954058" y="4646651"/>
            <a:ext cx="3342848" cy="617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Right: how many crosses turned into a shot?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endParaRPr lang="en-US" sz="104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endParaRPr>
            </a:p>
          </p:txBody>
        </p:sp>
      </p:grpSp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4835734"/>
              </p:ext>
            </p:extLst>
          </p:nvPr>
        </p:nvGraphicFramePr>
        <p:xfrm>
          <a:off x="442483" y="1901132"/>
          <a:ext cx="6575635" cy="2174675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6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569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65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TextBox 20"/>
          <p:cNvSpPr txBox="1"/>
          <p:nvPr/>
        </p:nvSpPr>
        <p:spPr>
          <a:xfrm>
            <a:off x="1612169" y="1376469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(RIGHT)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859" y="7121469"/>
            <a:ext cx="4072745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Attacking corners: Headers &amp; Header goals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809851" y="7121469"/>
            <a:ext cx="3602340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Defending corners: Headers &amp; Header goals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6429382" y="131669"/>
            <a:ext cx="749236" cy="707542"/>
            <a:chOff x="0" y="0"/>
            <a:chExt cx="268509" cy="25356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68509" cy="253567"/>
            </a:xfrm>
            <a:custGeom>
              <a:avLst/>
              <a:gdLst/>
              <a:ahLst/>
              <a:cxnLst/>
              <a:rect l="l" t="t" r="r" b="b"/>
              <a:pathLst>
                <a:path w="268509" h="253567">
                  <a:moveTo>
                    <a:pt x="0" y="0"/>
                  </a:moveTo>
                  <a:lnTo>
                    <a:pt x="268509" y="0"/>
                  </a:lnTo>
                  <a:lnTo>
                    <a:pt x="268509" y="253567"/>
                  </a:lnTo>
                  <a:lnTo>
                    <a:pt x="0" y="253567"/>
                  </a:lnTo>
                  <a:close/>
                </a:path>
              </a:pathLst>
            </a:custGeom>
            <a:solidFill>
              <a:srgbClr val="D78484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19050"/>
              <a:ext cx="268509" cy="2726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2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{LOGO}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sp>
        <p:nvSpPr>
          <p:cNvPr id="34" name="Rectangle 2">
            <a:extLst>
              <a:ext uri="{FF2B5EF4-FFF2-40B4-BE49-F238E27FC236}">
                <a16:creationId xmlns:a16="http://schemas.microsoft.com/office/drawing/2014/main" id="{30C141DD-440A-D8AB-B4FF-A82C5F89309E}"/>
              </a:ext>
            </a:extLst>
          </p:cNvPr>
          <p:cNvSpPr/>
          <p:nvPr/>
        </p:nvSpPr>
        <p:spPr>
          <a:xfrm>
            <a:off x="3918936" y="5317027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1FA4B6F-FE8E-8F68-3B8E-0F17889CDCFA}"/>
              </a:ext>
            </a:extLst>
          </p:cNvPr>
          <p:cNvSpPr/>
          <p:nvPr/>
        </p:nvSpPr>
        <p:spPr>
          <a:xfrm>
            <a:off x="3918936" y="531702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36" name="Rectangle 2">
            <a:extLst>
              <a:ext uri="{FF2B5EF4-FFF2-40B4-BE49-F238E27FC236}">
                <a16:creationId xmlns:a16="http://schemas.microsoft.com/office/drawing/2014/main" id="{A5907B32-F324-C514-AA6A-CAF285702F51}"/>
              </a:ext>
            </a:extLst>
          </p:cNvPr>
          <p:cNvSpPr/>
          <p:nvPr/>
        </p:nvSpPr>
        <p:spPr>
          <a:xfrm>
            <a:off x="397197" y="530435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AAF7B1A-25C4-8431-1FAC-8FF57566D154}"/>
              </a:ext>
            </a:extLst>
          </p:cNvPr>
          <p:cNvSpPr/>
          <p:nvPr/>
        </p:nvSpPr>
        <p:spPr>
          <a:xfrm>
            <a:off x="383057" y="531067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61700699-F50E-00E1-D48A-3108A8DCE342}"/>
              </a:ext>
            </a:extLst>
          </p:cNvPr>
          <p:cNvSpPr/>
          <p:nvPr/>
        </p:nvSpPr>
        <p:spPr>
          <a:xfrm>
            <a:off x="3918936" y="7586187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C1D049D-DD3A-11AD-0C55-ED2CF94DABA8}"/>
              </a:ext>
            </a:extLst>
          </p:cNvPr>
          <p:cNvSpPr/>
          <p:nvPr/>
        </p:nvSpPr>
        <p:spPr>
          <a:xfrm>
            <a:off x="3918936" y="7573510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5AC47DA8-FF5A-B403-88F5-413985D326B3}"/>
              </a:ext>
            </a:extLst>
          </p:cNvPr>
          <p:cNvSpPr/>
          <p:nvPr/>
        </p:nvSpPr>
        <p:spPr>
          <a:xfrm>
            <a:off x="397197" y="7573511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C3C3B89-9935-1CA0-42FB-DD11839A7A86}"/>
              </a:ext>
            </a:extLst>
          </p:cNvPr>
          <p:cNvSpPr/>
          <p:nvPr/>
        </p:nvSpPr>
        <p:spPr>
          <a:xfrm>
            <a:off x="383057" y="7576952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{att_corners_headers}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1422</TotalTime>
  <Words>408</Words>
  <Application>Microsoft Office PowerPoint</Application>
  <PresentationFormat>Custom</PresentationFormat>
  <Paragraphs>87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Canva Sans Bold</vt:lpstr>
      <vt:lpstr>Canva Sans</vt:lpstr>
      <vt:lpstr>Arial</vt:lpstr>
      <vt:lpstr>Arimo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Att. Corners Left (84 corners)</dc:title>
  <dc:creator>Kramer, Roeland</dc:creator>
  <cp:lastModifiedBy>roeland kramer</cp:lastModifiedBy>
  <cp:revision>9</cp:revision>
  <dcterms:created xsi:type="dcterms:W3CDTF">2006-08-16T00:00:00Z</dcterms:created>
  <dcterms:modified xsi:type="dcterms:W3CDTF">2026-02-25T12:50:43Z</dcterms:modified>
  <dc:identifier>DAHCOi_O9f0</dc:identifier>
</cp:coreProperties>
</file>