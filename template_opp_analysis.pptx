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1818" y="-41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908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69286" y="172693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334265" y="173640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/>
          <p:nvPr/>
        </p:nvSpPr>
        <p:spPr>
          <a:xfrm>
            <a:off x="342832" y="1730309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0685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40906" y="4315945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4524" y="430685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59401" y="64768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259401" y="71382"/>
            <a:ext cx="953388" cy="804672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2483" y="4646651"/>
            <a:ext cx="3367368" cy="1293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{def_Corners_left_shots_vis}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endParaRPr lang="en-US" sz="1045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</p:txBody>
        </p:sp>
      </p:grp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835734"/>
              </p:ext>
            </p:extLst>
          </p:nvPr>
        </p:nvGraphicFramePr>
        <p:xfrm>
          <a:off x="442483" y="1901132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1416</TotalTime>
  <Words>408</Words>
  <Application>Microsoft Office PowerPoint</Application>
  <PresentationFormat>Custom</PresentationFormat>
  <Paragraphs>83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6</cp:revision>
  <dcterms:created xsi:type="dcterms:W3CDTF">2006-08-16T00:00:00Z</dcterms:created>
  <dcterms:modified xsi:type="dcterms:W3CDTF">2026-02-25T12:44:27Z</dcterms:modified>
  <dc:identifier>DAHCOi_O9f0</dc:identifier>
</cp:coreProperties>
</file>