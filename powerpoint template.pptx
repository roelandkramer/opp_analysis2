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0225AB-6E09-4C02-964D-D149BB380812}" v="4" dt="2026-02-25T12:19:27.81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173883"/>
              </a:solidFill>
              <a:prstDash val="solid"/>
              <a:round/>
            </a:ln>
          </a:left>
          <a:right>
            <a:ln w="12700" cap="flat">
              <a:solidFill>
                <a:srgbClr val="173883"/>
              </a:solidFill>
              <a:prstDash val="solid"/>
              <a:round/>
            </a:ln>
          </a:right>
          <a:top>
            <a:ln w="12700" cap="flat">
              <a:solidFill>
                <a:srgbClr val="173883"/>
              </a:solidFill>
              <a:prstDash val="solid"/>
              <a:round/>
            </a:ln>
          </a:top>
          <a:bottom>
            <a:ln w="12700" cap="flat">
              <a:solidFill>
                <a:srgbClr val="173883"/>
              </a:solidFill>
              <a:prstDash val="solid"/>
              <a:round/>
            </a:ln>
          </a:bottom>
          <a:insideH>
            <a:ln w="12700" cap="flat">
              <a:solidFill>
                <a:srgbClr val="173883"/>
              </a:solidFill>
              <a:prstDash val="solid"/>
              <a:round/>
            </a:ln>
          </a:insideH>
          <a:insideV>
            <a:ln w="12700" cap="flat">
              <a:solidFill>
                <a:srgbClr val="173883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173883"/>
        </a:fontRef>
        <a:srgbClr val="173883"/>
      </a:tcTxStyle>
      <a:tcStyle>
        <a:tcBdr>
          <a:left>
            <a:ln w="12700" cap="flat">
              <a:solidFill>
                <a:srgbClr val="173883"/>
              </a:solidFill>
              <a:prstDash val="solid"/>
              <a:round/>
            </a:ln>
          </a:left>
          <a:right>
            <a:ln w="12700" cap="flat">
              <a:solidFill>
                <a:srgbClr val="173883"/>
              </a:solidFill>
              <a:prstDash val="solid"/>
              <a:round/>
            </a:ln>
          </a:right>
          <a:top>
            <a:ln w="12700" cap="flat">
              <a:solidFill>
                <a:srgbClr val="173883"/>
              </a:solidFill>
              <a:prstDash val="solid"/>
              <a:round/>
            </a:ln>
          </a:top>
          <a:bottom>
            <a:ln w="12700" cap="flat">
              <a:solidFill>
                <a:srgbClr val="173883"/>
              </a:solidFill>
              <a:prstDash val="solid"/>
              <a:round/>
            </a:ln>
          </a:bottom>
          <a:insideH>
            <a:ln w="12700" cap="flat">
              <a:solidFill>
                <a:srgbClr val="173883"/>
              </a:solidFill>
              <a:prstDash val="solid"/>
              <a:round/>
            </a:ln>
          </a:insideH>
          <a:insideV>
            <a:ln w="12700" cap="flat">
              <a:solidFill>
                <a:srgbClr val="173883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173883"/>
        </a:fontRef>
        <a:srgbClr val="173883"/>
      </a:tcTxStyle>
      <a:tcStyle>
        <a:tcBdr>
          <a:left>
            <a:ln w="12700" cap="flat">
              <a:solidFill>
                <a:srgbClr val="173883"/>
              </a:solidFill>
              <a:prstDash val="solid"/>
              <a:round/>
            </a:ln>
          </a:left>
          <a:right>
            <a:ln w="12700" cap="flat">
              <a:solidFill>
                <a:srgbClr val="173883"/>
              </a:solidFill>
              <a:prstDash val="solid"/>
              <a:round/>
            </a:ln>
          </a:right>
          <a:top>
            <a:ln w="38100" cap="flat">
              <a:solidFill>
                <a:srgbClr val="173883"/>
              </a:solidFill>
              <a:prstDash val="solid"/>
              <a:round/>
            </a:ln>
          </a:top>
          <a:bottom>
            <a:ln w="12700" cap="flat">
              <a:solidFill>
                <a:srgbClr val="173883"/>
              </a:solidFill>
              <a:prstDash val="solid"/>
              <a:round/>
            </a:ln>
          </a:bottom>
          <a:insideH>
            <a:ln w="12700" cap="flat">
              <a:solidFill>
                <a:srgbClr val="173883"/>
              </a:solidFill>
              <a:prstDash val="solid"/>
              <a:round/>
            </a:ln>
          </a:insideH>
          <a:insideV>
            <a:ln w="12700" cap="flat">
              <a:solidFill>
                <a:srgbClr val="173883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173883"/>
        </a:fontRef>
        <a:srgbClr val="173883"/>
      </a:tcTxStyle>
      <a:tcStyle>
        <a:tcBdr>
          <a:left>
            <a:ln w="12700" cap="flat">
              <a:solidFill>
                <a:srgbClr val="173883"/>
              </a:solidFill>
              <a:prstDash val="solid"/>
              <a:round/>
            </a:ln>
          </a:left>
          <a:right>
            <a:ln w="12700" cap="flat">
              <a:solidFill>
                <a:srgbClr val="173883"/>
              </a:solidFill>
              <a:prstDash val="solid"/>
              <a:round/>
            </a:ln>
          </a:right>
          <a:top>
            <a:ln w="12700" cap="flat">
              <a:solidFill>
                <a:srgbClr val="173883"/>
              </a:solidFill>
              <a:prstDash val="solid"/>
              <a:round/>
            </a:ln>
          </a:top>
          <a:bottom>
            <a:ln w="38100" cap="flat">
              <a:solidFill>
                <a:srgbClr val="173883"/>
              </a:solidFill>
              <a:prstDash val="solid"/>
              <a:round/>
            </a:ln>
          </a:bottom>
          <a:insideH>
            <a:ln w="12700" cap="flat">
              <a:solidFill>
                <a:srgbClr val="173883"/>
              </a:solidFill>
              <a:prstDash val="solid"/>
              <a:round/>
            </a:ln>
          </a:insideH>
          <a:insideV>
            <a:ln w="12700" cap="flat">
              <a:solidFill>
                <a:srgbClr val="173883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173883"/>
              </a:solidFill>
              <a:prstDash val="solid"/>
              <a:round/>
            </a:ln>
          </a:left>
          <a:right>
            <a:ln w="12700" cap="flat">
              <a:solidFill>
                <a:srgbClr val="173883"/>
              </a:solidFill>
              <a:prstDash val="solid"/>
              <a:round/>
            </a:ln>
          </a:right>
          <a:top>
            <a:ln w="12700" cap="flat">
              <a:solidFill>
                <a:srgbClr val="173883"/>
              </a:solidFill>
              <a:prstDash val="solid"/>
              <a:round/>
            </a:ln>
          </a:top>
          <a:bottom>
            <a:ln w="12700" cap="flat">
              <a:solidFill>
                <a:srgbClr val="173883"/>
              </a:solidFill>
              <a:prstDash val="solid"/>
              <a:round/>
            </a:ln>
          </a:bottom>
          <a:insideH>
            <a:ln w="12700" cap="flat">
              <a:solidFill>
                <a:srgbClr val="173883"/>
              </a:solidFill>
              <a:prstDash val="solid"/>
              <a:round/>
            </a:ln>
          </a:insideH>
          <a:insideV>
            <a:ln w="12700" cap="flat">
              <a:solidFill>
                <a:srgbClr val="173883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173883"/>
        </a:fontRef>
        <a:srgbClr val="173883"/>
      </a:tcTxStyle>
      <a:tcStyle>
        <a:tcBdr>
          <a:left>
            <a:ln w="12700" cap="flat">
              <a:solidFill>
                <a:srgbClr val="173883"/>
              </a:solidFill>
              <a:prstDash val="solid"/>
              <a:round/>
            </a:ln>
          </a:left>
          <a:right>
            <a:ln w="12700" cap="flat">
              <a:solidFill>
                <a:srgbClr val="173883"/>
              </a:solidFill>
              <a:prstDash val="solid"/>
              <a:round/>
            </a:ln>
          </a:right>
          <a:top>
            <a:ln w="12700" cap="flat">
              <a:solidFill>
                <a:srgbClr val="173883"/>
              </a:solidFill>
              <a:prstDash val="solid"/>
              <a:round/>
            </a:ln>
          </a:top>
          <a:bottom>
            <a:ln w="12700" cap="flat">
              <a:solidFill>
                <a:srgbClr val="173883"/>
              </a:solidFill>
              <a:prstDash val="solid"/>
              <a:round/>
            </a:ln>
          </a:bottom>
          <a:insideH>
            <a:ln w="12700" cap="flat">
              <a:solidFill>
                <a:srgbClr val="173883"/>
              </a:solidFill>
              <a:prstDash val="solid"/>
              <a:round/>
            </a:ln>
          </a:insideH>
          <a:insideV>
            <a:ln w="12700" cap="flat">
              <a:solidFill>
                <a:srgbClr val="173883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173883"/>
        </a:fontRef>
        <a:srgbClr val="173883"/>
      </a:tcTxStyle>
      <a:tcStyle>
        <a:tcBdr>
          <a:left>
            <a:ln w="12700" cap="flat">
              <a:solidFill>
                <a:srgbClr val="173883"/>
              </a:solidFill>
              <a:prstDash val="solid"/>
              <a:round/>
            </a:ln>
          </a:left>
          <a:right>
            <a:ln w="12700" cap="flat">
              <a:solidFill>
                <a:srgbClr val="173883"/>
              </a:solidFill>
              <a:prstDash val="solid"/>
              <a:round/>
            </a:ln>
          </a:right>
          <a:top>
            <a:ln w="38100" cap="flat">
              <a:solidFill>
                <a:srgbClr val="173883"/>
              </a:solidFill>
              <a:prstDash val="solid"/>
              <a:round/>
            </a:ln>
          </a:top>
          <a:bottom>
            <a:ln w="12700" cap="flat">
              <a:solidFill>
                <a:srgbClr val="173883"/>
              </a:solidFill>
              <a:prstDash val="solid"/>
              <a:round/>
            </a:ln>
          </a:bottom>
          <a:insideH>
            <a:ln w="12700" cap="flat">
              <a:solidFill>
                <a:srgbClr val="173883"/>
              </a:solidFill>
              <a:prstDash val="solid"/>
              <a:round/>
            </a:ln>
          </a:insideH>
          <a:insideV>
            <a:ln w="12700" cap="flat">
              <a:solidFill>
                <a:srgbClr val="173883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173883"/>
        </a:fontRef>
        <a:srgbClr val="173883"/>
      </a:tcTxStyle>
      <a:tcStyle>
        <a:tcBdr>
          <a:left>
            <a:ln w="12700" cap="flat">
              <a:solidFill>
                <a:srgbClr val="173883"/>
              </a:solidFill>
              <a:prstDash val="solid"/>
              <a:round/>
            </a:ln>
          </a:left>
          <a:right>
            <a:ln w="12700" cap="flat">
              <a:solidFill>
                <a:srgbClr val="173883"/>
              </a:solidFill>
              <a:prstDash val="solid"/>
              <a:round/>
            </a:ln>
          </a:right>
          <a:top>
            <a:ln w="12700" cap="flat">
              <a:solidFill>
                <a:srgbClr val="173883"/>
              </a:solidFill>
              <a:prstDash val="solid"/>
              <a:round/>
            </a:ln>
          </a:top>
          <a:bottom>
            <a:ln w="38100" cap="flat">
              <a:solidFill>
                <a:srgbClr val="173883"/>
              </a:solidFill>
              <a:prstDash val="solid"/>
              <a:round/>
            </a:ln>
          </a:bottom>
          <a:insideH>
            <a:ln w="12700" cap="flat">
              <a:solidFill>
                <a:srgbClr val="173883"/>
              </a:solidFill>
              <a:prstDash val="solid"/>
              <a:round/>
            </a:ln>
          </a:insideH>
          <a:insideV>
            <a:ln w="12700" cap="flat">
              <a:solidFill>
                <a:srgbClr val="173883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173883"/>
              </a:solidFill>
              <a:prstDash val="solid"/>
              <a:round/>
            </a:ln>
          </a:left>
          <a:right>
            <a:ln w="12700" cap="flat">
              <a:solidFill>
                <a:srgbClr val="173883"/>
              </a:solidFill>
              <a:prstDash val="solid"/>
              <a:round/>
            </a:ln>
          </a:right>
          <a:top>
            <a:ln w="12700" cap="flat">
              <a:solidFill>
                <a:srgbClr val="173883"/>
              </a:solidFill>
              <a:prstDash val="solid"/>
              <a:round/>
            </a:ln>
          </a:top>
          <a:bottom>
            <a:ln w="12700" cap="flat">
              <a:solidFill>
                <a:srgbClr val="173883"/>
              </a:solidFill>
              <a:prstDash val="solid"/>
              <a:round/>
            </a:ln>
          </a:bottom>
          <a:insideH>
            <a:ln w="12700" cap="flat">
              <a:solidFill>
                <a:srgbClr val="173883"/>
              </a:solidFill>
              <a:prstDash val="solid"/>
              <a:round/>
            </a:ln>
          </a:insideH>
          <a:insideV>
            <a:ln w="12700" cap="flat">
              <a:solidFill>
                <a:srgbClr val="173883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173883"/>
        </a:fontRef>
        <a:srgbClr val="173883"/>
      </a:tcTxStyle>
      <a:tcStyle>
        <a:tcBdr>
          <a:left>
            <a:ln w="12700" cap="flat">
              <a:solidFill>
                <a:srgbClr val="173883"/>
              </a:solidFill>
              <a:prstDash val="solid"/>
              <a:round/>
            </a:ln>
          </a:left>
          <a:right>
            <a:ln w="12700" cap="flat">
              <a:solidFill>
                <a:srgbClr val="173883"/>
              </a:solidFill>
              <a:prstDash val="solid"/>
              <a:round/>
            </a:ln>
          </a:right>
          <a:top>
            <a:ln w="12700" cap="flat">
              <a:solidFill>
                <a:srgbClr val="173883"/>
              </a:solidFill>
              <a:prstDash val="solid"/>
              <a:round/>
            </a:ln>
          </a:top>
          <a:bottom>
            <a:ln w="12700" cap="flat">
              <a:solidFill>
                <a:srgbClr val="173883"/>
              </a:solidFill>
              <a:prstDash val="solid"/>
              <a:round/>
            </a:ln>
          </a:bottom>
          <a:insideH>
            <a:ln w="12700" cap="flat">
              <a:solidFill>
                <a:srgbClr val="173883"/>
              </a:solidFill>
              <a:prstDash val="solid"/>
              <a:round/>
            </a:ln>
          </a:insideH>
          <a:insideV>
            <a:ln w="12700" cap="flat">
              <a:solidFill>
                <a:srgbClr val="173883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173883"/>
        </a:fontRef>
        <a:srgbClr val="173883"/>
      </a:tcTxStyle>
      <a:tcStyle>
        <a:tcBdr>
          <a:left>
            <a:ln w="12700" cap="flat">
              <a:solidFill>
                <a:srgbClr val="173883"/>
              </a:solidFill>
              <a:prstDash val="solid"/>
              <a:round/>
            </a:ln>
          </a:left>
          <a:right>
            <a:ln w="12700" cap="flat">
              <a:solidFill>
                <a:srgbClr val="173883"/>
              </a:solidFill>
              <a:prstDash val="solid"/>
              <a:round/>
            </a:ln>
          </a:right>
          <a:top>
            <a:ln w="38100" cap="flat">
              <a:solidFill>
                <a:srgbClr val="173883"/>
              </a:solidFill>
              <a:prstDash val="solid"/>
              <a:round/>
            </a:ln>
          </a:top>
          <a:bottom>
            <a:ln w="12700" cap="flat">
              <a:solidFill>
                <a:srgbClr val="173883"/>
              </a:solidFill>
              <a:prstDash val="solid"/>
              <a:round/>
            </a:ln>
          </a:bottom>
          <a:insideH>
            <a:ln w="12700" cap="flat">
              <a:solidFill>
                <a:srgbClr val="173883"/>
              </a:solidFill>
              <a:prstDash val="solid"/>
              <a:round/>
            </a:ln>
          </a:insideH>
          <a:insideV>
            <a:ln w="12700" cap="flat">
              <a:solidFill>
                <a:srgbClr val="173883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173883"/>
        </a:fontRef>
        <a:srgbClr val="173883"/>
      </a:tcTxStyle>
      <a:tcStyle>
        <a:tcBdr>
          <a:left>
            <a:ln w="12700" cap="flat">
              <a:solidFill>
                <a:srgbClr val="173883"/>
              </a:solidFill>
              <a:prstDash val="solid"/>
              <a:round/>
            </a:ln>
          </a:left>
          <a:right>
            <a:ln w="12700" cap="flat">
              <a:solidFill>
                <a:srgbClr val="173883"/>
              </a:solidFill>
              <a:prstDash val="solid"/>
              <a:round/>
            </a:ln>
          </a:right>
          <a:top>
            <a:ln w="12700" cap="flat">
              <a:solidFill>
                <a:srgbClr val="173883"/>
              </a:solidFill>
              <a:prstDash val="solid"/>
              <a:round/>
            </a:ln>
          </a:top>
          <a:bottom>
            <a:ln w="38100" cap="flat">
              <a:solidFill>
                <a:srgbClr val="173883"/>
              </a:solidFill>
              <a:prstDash val="solid"/>
              <a:round/>
            </a:ln>
          </a:bottom>
          <a:insideH>
            <a:ln w="12700" cap="flat">
              <a:solidFill>
                <a:srgbClr val="173883"/>
              </a:solidFill>
              <a:prstDash val="solid"/>
              <a:round/>
            </a:ln>
          </a:insideH>
          <a:insideV>
            <a:ln w="12700" cap="flat">
              <a:solidFill>
                <a:srgbClr val="173883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173883"/>
          </a:solidFill>
        </a:fill>
      </a:tcStyle>
    </a:band2H>
    <a:firstCol>
      <a:tcTxStyle b="on" i="off">
        <a:fontRef idx="minor">
          <a:srgbClr val="173883"/>
        </a:fontRef>
        <a:srgbClr val="173883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73883"/>
          </a:solidFill>
        </a:fill>
      </a:tcStyle>
    </a:lastRow>
    <a:firstRow>
      <a:tcTxStyle b="on" i="off">
        <a:fontRef idx="minor">
          <a:srgbClr val="173883"/>
        </a:fontRef>
        <a:srgbClr val="173883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173883"/>
              </a:solidFill>
              <a:prstDash val="solid"/>
              <a:round/>
            </a:ln>
          </a:left>
          <a:right>
            <a:ln w="12700" cap="flat">
              <a:solidFill>
                <a:srgbClr val="173883"/>
              </a:solidFill>
              <a:prstDash val="solid"/>
              <a:round/>
            </a:ln>
          </a:right>
          <a:top>
            <a:ln w="12700" cap="flat">
              <a:solidFill>
                <a:srgbClr val="173883"/>
              </a:solidFill>
              <a:prstDash val="solid"/>
              <a:round/>
            </a:ln>
          </a:top>
          <a:bottom>
            <a:ln w="12700" cap="flat">
              <a:solidFill>
                <a:srgbClr val="173883"/>
              </a:solidFill>
              <a:prstDash val="solid"/>
              <a:round/>
            </a:ln>
          </a:bottom>
          <a:insideH>
            <a:ln w="12700" cap="flat">
              <a:solidFill>
                <a:srgbClr val="173883"/>
              </a:solidFill>
              <a:prstDash val="solid"/>
              <a:round/>
            </a:ln>
          </a:insideH>
          <a:insideV>
            <a:ln w="12700" cap="flat">
              <a:solidFill>
                <a:srgbClr val="173883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173883"/>
        </a:fontRef>
        <a:srgbClr val="173883"/>
      </a:tcTxStyle>
      <a:tcStyle>
        <a:tcBdr>
          <a:left>
            <a:ln w="12700" cap="flat">
              <a:solidFill>
                <a:srgbClr val="173883"/>
              </a:solidFill>
              <a:prstDash val="solid"/>
              <a:round/>
            </a:ln>
          </a:left>
          <a:right>
            <a:ln w="12700" cap="flat">
              <a:solidFill>
                <a:srgbClr val="173883"/>
              </a:solidFill>
              <a:prstDash val="solid"/>
              <a:round/>
            </a:ln>
          </a:right>
          <a:top>
            <a:ln w="12700" cap="flat">
              <a:solidFill>
                <a:srgbClr val="173883"/>
              </a:solidFill>
              <a:prstDash val="solid"/>
              <a:round/>
            </a:ln>
          </a:top>
          <a:bottom>
            <a:ln w="12700" cap="flat">
              <a:solidFill>
                <a:srgbClr val="173883"/>
              </a:solidFill>
              <a:prstDash val="solid"/>
              <a:round/>
            </a:ln>
          </a:bottom>
          <a:insideH>
            <a:ln w="12700" cap="flat">
              <a:solidFill>
                <a:srgbClr val="173883"/>
              </a:solidFill>
              <a:prstDash val="solid"/>
              <a:round/>
            </a:ln>
          </a:insideH>
          <a:insideV>
            <a:ln w="12700" cap="flat">
              <a:solidFill>
                <a:srgbClr val="173883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173883"/>
        </a:fontRef>
        <a:srgbClr val="173883"/>
      </a:tcTxStyle>
      <a:tcStyle>
        <a:tcBdr>
          <a:left>
            <a:ln w="12700" cap="flat">
              <a:solidFill>
                <a:srgbClr val="173883"/>
              </a:solidFill>
              <a:prstDash val="solid"/>
              <a:round/>
            </a:ln>
          </a:left>
          <a:right>
            <a:ln w="12700" cap="flat">
              <a:solidFill>
                <a:srgbClr val="173883"/>
              </a:solidFill>
              <a:prstDash val="solid"/>
              <a:round/>
            </a:ln>
          </a:right>
          <a:top>
            <a:ln w="38100" cap="flat">
              <a:solidFill>
                <a:srgbClr val="173883"/>
              </a:solidFill>
              <a:prstDash val="solid"/>
              <a:round/>
            </a:ln>
          </a:top>
          <a:bottom>
            <a:ln w="12700" cap="flat">
              <a:solidFill>
                <a:srgbClr val="173883"/>
              </a:solidFill>
              <a:prstDash val="solid"/>
              <a:round/>
            </a:ln>
          </a:bottom>
          <a:insideH>
            <a:ln w="12700" cap="flat">
              <a:solidFill>
                <a:srgbClr val="173883"/>
              </a:solidFill>
              <a:prstDash val="solid"/>
              <a:round/>
            </a:ln>
          </a:insideH>
          <a:insideV>
            <a:ln w="12700" cap="flat">
              <a:solidFill>
                <a:srgbClr val="173883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173883"/>
        </a:fontRef>
        <a:srgbClr val="173883"/>
      </a:tcTxStyle>
      <a:tcStyle>
        <a:tcBdr>
          <a:left>
            <a:ln w="12700" cap="flat">
              <a:solidFill>
                <a:srgbClr val="173883"/>
              </a:solidFill>
              <a:prstDash val="solid"/>
              <a:round/>
            </a:ln>
          </a:left>
          <a:right>
            <a:ln w="12700" cap="flat">
              <a:solidFill>
                <a:srgbClr val="173883"/>
              </a:solidFill>
              <a:prstDash val="solid"/>
              <a:round/>
            </a:ln>
          </a:right>
          <a:top>
            <a:ln w="12700" cap="flat">
              <a:solidFill>
                <a:srgbClr val="173883"/>
              </a:solidFill>
              <a:prstDash val="solid"/>
              <a:round/>
            </a:ln>
          </a:top>
          <a:bottom>
            <a:ln w="38100" cap="flat">
              <a:solidFill>
                <a:srgbClr val="173883"/>
              </a:solidFill>
              <a:prstDash val="solid"/>
              <a:round/>
            </a:ln>
          </a:bottom>
          <a:insideH>
            <a:ln w="12700" cap="flat">
              <a:solidFill>
                <a:srgbClr val="173883"/>
              </a:solidFill>
              <a:prstDash val="solid"/>
              <a:round/>
            </a:ln>
          </a:insideH>
          <a:insideV>
            <a:ln w="12700" cap="flat">
              <a:solidFill>
                <a:srgbClr val="173883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100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eland kramer" userId="205d280fcba3cbd5" providerId="LiveId" clId="{AE241127-7682-4E2B-B120-8E8D17819845}"/>
    <pc:docChg chg="undo custSel modSld">
      <pc:chgData name="roeland kramer" userId="205d280fcba3cbd5" providerId="LiveId" clId="{AE241127-7682-4E2B-B120-8E8D17819845}" dt="2026-02-25T12:19:28.368" v="25" actId="1076"/>
      <pc:docMkLst>
        <pc:docMk/>
      </pc:docMkLst>
      <pc:sldChg chg="addSp delSp modSp mod">
        <pc:chgData name="roeland kramer" userId="205d280fcba3cbd5" providerId="LiveId" clId="{AE241127-7682-4E2B-B120-8E8D17819845}" dt="2026-02-25T12:19:28.368" v="25" actId="1076"/>
        <pc:sldMkLst>
          <pc:docMk/>
          <pc:sldMk cId="0" sldId="256"/>
        </pc:sldMkLst>
        <pc:spChg chg="add del mod">
          <ac:chgData name="roeland kramer" userId="205d280fcba3cbd5" providerId="LiveId" clId="{AE241127-7682-4E2B-B120-8E8D17819845}" dt="2026-02-25T12:18:47.807" v="12" actId="1076"/>
          <ac:spMkLst>
            <pc:docMk/>
            <pc:sldMk cId="0" sldId="256"/>
            <ac:spMk id="36" creationId="{E1E6CFE5-2E41-B43C-8971-C3DA1E5E6D3B}"/>
          </ac:spMkLst>
        </pc:spChg>
        <pc:spChg chg="mod">
          <ac:chgData name="roeland kramer" userId="205d280fcba3cbd5" providerId="LiveId" clId="{AE241127-7682-4E2B-B120-8E8D17819845}" dt="2026-02-25T12:18:04.102" v="9" actId="1076"/>
          <ac:spMkLst>
            <pc:docMk/>
            <pc:sldMk cId="0" sldId="256"/>
            <ac:spMk id="37" creationId="{84C2E8EB-D505-973F-D643-24BA505D7E22}"/>
          </ac:spMkLst>
        </pc:spChg>
        <pc:spChg chg="mod">
          <ac:chgData name="roeland kramer" userId="205d280fcba3cbd5" providerId="LiveId" clId="{AE241127-7682-4E2B-B120-8E8D17819845}" dt="2026-02-25T12:19:28.368" v="25" actId="1076"/>
          <ac:spMkLst>
            <pc:docMk/>
            <pc:sldMk cId="0" sldId="256"/>
            <ac:spMk id="39" creationId="{E837F6FF-776E-6012-DC31-5AEBA218FBB1}"/>
          </ac:spMkLst>
        </pc:spChg>
        <pc:spChg chg="add mod">
          <ac:chgData name="roeland kramer" userId="205d280fcba3cbd5" providerId="LiveId" clId="{AE241127-7682-4E2B-B120-8E8D17819845}" dt="2026-02-25T12:18:48.436" v="14" actId="1076"/>
          <ac:spMkLst>
            <pc:docMk/>
            <pc:sldMk cId="0" sldId="256"/>
            <ac:spMk id="53" creationId="{DB50B7E3-D612-EFD2-C0E8-AA1467A42603}"/>
          </ac:spMkLst>
        </pc:spChg>
        <pc:spChg chg="add del mod">
          <ac:chgData name="roeland kramer" userId="205d280fcba3cbd5" providerId="LiveId" clId="{AE241127-7682-4E2B-B120-8E8D17819845}" dt="2026-02-25T12:19:26.847" v="23" actId="1076"/>
          <ac:spMkLst>
            <pc:docMk/>
            <pc:sldMk cId="0" sldId="256"/>
            <ac:spMk id="54" creationId="{5DF0850D-76D9-599D-EDA4-9053CD99650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3" name="Shape 14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Aptos"/>
      </a:defRPr>
    </a:lvl1pPr>
    <a:lvl2pPr indent="228600" defTabSz="457200" latinLnBrk="0">
      <a:defRPr sz="1200">
        <a:latin typeface="+mn-lt"/>
        <a:ea typeface="+mn-ea"/>
        <a:cs typeface="+mn-cs"/>
        <a:sym typeface="Aptos"/>
      </a:defRPr>
    </a:lvl2pPr>
    <a:lvl3pPr indent="457200" defTabSz="457200" latinLnBrk="0">
      <a:defRPr sz="1200">
        <a:latin typeface="+mn-lt"/>
        <a:ea typeface="+mn-ea"/>
        <a:cs typeface="+mn-cs"/>
        <a:sym typeface="Aptos"/>
      </a:defRPr>
    </a:lvl3pPr>
    <a:lvl4pPr indent="685800" defTabSz="457200" latinLnBrk="0">
      <a:defRPr sz="1200">
        <a:latin typeface="+mn-lt"/>
        <a:ea typeface="+mn-ea"/>
        <a:cs typeface="+mn-cs"/>
        <a:sym typeface="Aptos"/>
      </a:defRPr>
    </a:lvl4pPr>
    <a:lvl5pPr indent="914400" defTabSz="457200" latinLnBrk="0">
      <a:defRPr sz="1200">
        <a:latin typeface="+mn-lt"/>
        <a:ea typeface="+mn-ea"/>
        <a:cs typeface="+mn-cs"/>
        <a:sym typeface="Aptos"/>
      </a:defRPr>
    </a:lvl5pPr>
    <a:lvl6pPr indent="1143000" defTabSz="457200" latinLnBrk="0">
      <a:defRPr sz="1200">
        <a:latin typeface="+mn-lt"/>
        <a:ea typeface="+mn-ea"/>
        <a:cs typeface="+mn-cs"/>
        <a:sym typeface="Aptos"/>
      </a:defRPr>
    </a:lvl6pPr>
    <a:lvl7pPr indent="1371600" defTabSz="457200" latinLnBrk="0">
      <a:defRPr sz="1200">
        <a:latin typeface="+mn-lt"/>
        <a:ea typeface="+mn-ea"/>
        <a:cs typeface="+mn-cs"/>
        <a:sym typeface="Aptos"/>
      </a:defRPr>
    </a:lvl7pPr>
    <a:lvl8pPr indent="1600200" defTabSz="457200" latinLnBrk="0">
      <a:defRPr sz="1200">
        <a:latin typeface="+mn-lt"/>
        <a:ea typeface="+mn-ea"/>
        <a:cs typeface="+mn-cs"/>
        <a:sym typeface="Aptos"/>
      </a:defRPr>
    </a:lvl8pPr>
    <a:lvl9pPr indent="1828800" defTabSz="4572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ks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Titeltekst</a:t>
            </a:r>
          </a:p>
        </p:txBody>
      </p:sp>
      <p:sp>
        <p:nvSpPr>
          <p:cNvPr id="12" name="Hoofdtekst - niveau éé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13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tekst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7" cy="4120622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t>Titeltekst</a:t>
            </a:r>
          </a:p>
        </p:txBody>
      </p:sp>
      <p:sp>
        <p:nvSpPr>
          <p:cNvPr id="21" name="Hoofdtekst - niveau één…"/>
          <p:cNvSpPr txBox="1">
            <a:spLocks noGrp="1"/>
          </p:cNvSpPr>
          <p:nvPr>
            <p:ph type="body" sz="quarter" idx="1"/>
          </p:nvPr>
        </p:nvSpPr>
        <p:spPr>
          <a:xfrm>
            <a:off x="467916" y="6629226"/>
            <a:ext cx="5915027" cy="216693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757575"/>
                </a:solidFill>
              </a:defRPr>
            </a:lvl1pPr>
            <a:lvl2pPr marL="0" indent="0">
              <a:buSzTx/>
              <a:buFontTx/>
              <a:buNone/>
              <a:defRPr sz="1800">
                <a:solidFill>
                  <a:srgbClr val="757575"/>
                </a:solidFill>
              </a:defRPr>
            </a:lvl2pPr>
            <a:lvl3pPr marL="0" indent="0">
              <a:buSzTx/>
              <a:buFontTx/>
              <a:buNone/>
              <a:defRPr sz="1800">
                <a:solidFill>
                  <a:srgbClr val="757575"/>
                </a:solidFill>
              </a:defRPr>
            </a:lvl3pPr>
            <a:lvl4pPr marL="0" indent="0">
              <a:buSzTx/>
              <a:buFontTx/>
              <a:buNone/>
              <a:defRPr sz="1800">
                <a:solidFill>
                  <a:srgbClr val="757575"/>
                </a:solidFill>
              </a:defRPr>
            </a:lvl4pPr>
            <a:lvl5pPr marL="0" indent="0">
              <a:buSzTx/>
              <a:buFontTx/>
              <a:buNone/>
              <a:defRPr sz="1800">
                <a:solidFill>
                  <a:srgbClr val="757575"/>
                </a:solidFill>
              </a:defRPr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22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elteks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Titeltekst</a:t>
            </a:r>
          </a:p>
        </p:txBody>
      </p:sp>
      <p:sp>
        <p:nvSpPr>
          <p:cNvPr id="30" name="Hoofdtekst - niveau één…"/>
          <p:cNvSpPr txBox="1">
            <a:spLocks noGrp="1"/>
          </p:cNvSpPr>
          <p:nvPr>
            <p:ph type="body" sz="half" idx="1"/>
          </p:nvPr>
        </p:nvSpPr>
        <p:spPr>
          <a:xfrm>
            <a:off x="471487" y="2637014"/>
            <a:ext cx="2914651" cy="6285268"/>
          </a:xfrm>
          <a:prstGeom prst="rect">
            <a:avLst/>
          </a:prstGeom>
        </p:spPr>
        <p:txBody>
          <a:bodyPr/>
          <a:lstStyle/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31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eltekst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7" cy="1914702"/>
          </a:xfrm>
          <a:prstGeom prst="rect">
            <a:avLst/>
          </a:prstGeom>
        </p:spPr>
        <p:txBody>
          <a:bodyPr/>
          <a:lstStyle/>
          <a:p>
            <a:r>
              <a:t>Titeltekst</a:t>
            </a:r>
          </a:p>
        </p:txBody>
      </p:sp>
      <p:sp>
        <p:nvSpPr>
          <p:cNvPr id="39" name="Hoofdtekst - niveau één…"/>
          <p:cNvSpPr txBox="1">
            <a:spLocks noGrp="1"/>
          </p:cNvSpPr>
          <p:nvPr>
            <p:ph type="body" sz="quarter" idx="1"/>
          </p:nvPr>
        </p:nvSpPr>
        <p:spPr>
          <a:xfrm>
            <a:off x="472381" y="2428345"/>
            <a:ext cx="2901257" cy="1190097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800" b="1"/>
            </a:lvl1pPr>
            <a:lvl2pPr marL="0" indent="0">
              <a:buSzTx/>
              <a:buFontTx/>
              <a:buNone/>
              <a:defRPr sz="1800" b="1"/>
            </a:lvl2pPr>
            <a:lvl3pPr marL="0" indent="0">
              <a:buSzTx/>
              <a:buFontTx/>
              <a:buNone/>
              <a:defRPr sz="1800" b="1"/>
            </a:lvl3pPr>
            <a:lvl4pPr marL="0" indent="0">
              <a:buSzTx/>
              <a:buFontTx/>
              <a:buNone/>
              <a:defRPr sz="1800" b="1"/>
            </a:lvl4pPr>
            <a:lvl5pPr marL="0" indent="0">
              <a:buSzTx/>
              <a:buFontTx/>
              <a:buNone/>
              <a:defRPr sz="1800" b="1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40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3471862" y="2428346"/>
            <a:ext cx="2915545" cy="1190096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41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elteks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Titeltekst</a:t>
            </a:r>
          </a:p>
        </p:txBody>
      </p:sp>
      <p:sp>
        <p:nvSpPr>
          <p:cNvPr id="49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eltekst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Titeltekst</a:t>
            </a:r>
          </a:p>
        </p:txBody>
      </p:sp>
      <p:sp>
        <p:nvSpPr>
          <p:cNvPr id="64" name="Hoofdtekst - niveau één…"/>
          <p:cNvSpPr txBox="1">
            <a:spLocks noGrp="1"/>
          </p:cNvSpPr>
          <p:nvPr>
            <p:ph type="body" sz="half" idx="1"/>
          </p:nvPr>
        </p:nvSpPr>
        <p:spPr>
          <a:xfrm>
            <a:off x="2915541" y="1426282"/>
            <a:ext cx="3471866" cy="703968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538842" indent="-195942">
              <a:defRPr sz="2400"/>
            </a:lvl2pPr>
            <a:lvl3pPr marL="914400" indent="-228600">
              <a:defRPr sz="2400"/>
            </a:lvl3pPr>
            <a:lvl4pPr marL="1303019" indent="-274319">
              <a:defRPr sz="2400"/>
            </a:lvl4pPr>
            <a:lvl5pPr marL="1645920" indent="-274319">
              <a:defRPr sz="24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65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72381" y="2971800"/>
            <a:ext cx="2211884" cy="550562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6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eltekst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Titeltekst</a:t>
            </a:r>
          </a:p>
        </p:txBody>
      </p:sp>
      <p:sp>
        <p:nvSpPr>
          <p:cNvPr id="74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2915541" y="1426282"/>
            <a:ext cx="3471866" cy="703968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5" name="Hoofdtekst - niveau één…"/>
          <p:cNvSpPr txBox="1">
            <a:spLocks noGrp="1"/>
          </p:cNvSpPr>
          <p:nvPr>
            <p:ph type="body" sz="quarter" idx="1"/>
          </p:nvPr>
        </p:nvSpPr>
        <p:spPr>
          <a:xfrm>
            <a:off x="472381" y="2971800"/>
            <a:ext cx="2211884" cy="550562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200"/>
            </a:lvl1pPr>
            <a:lvl2pPr marL="0" indent="0">
              <a:buSzTx/>
              <a:buFontTx/>
              <a:buNone/>
              <a:defRPr sz="1200"/>
            </a:lvl2pPr>
            <a:lvl3pPr marL="0" indent="0">
              <a:buSzTx/>
              <a:buFontTx/>
              <a:buNone/>
              <a:defRPr sz="1200"/>
            </a:lvl3pPr>
            <a:lvl4pPr marL="0" indent="0">
              <a:buSzTx/>
              <a:buFontTx/>
              <a:buNone/>
              <a:defRPr sz="1200"/>
            </a:lvl4pPr>
            <a:lvl5pPr marL="0" indent="0">
              <a:buSzTx/>
              <a:buFontTx/>
              <a:buNone/>
              <a:defRPr sz="1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76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dia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Afbeelding 10" descr="Afbeelding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316" y="3684932"/>
            <a:ext cx="7147324" cy="6582206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Afbeelding" descr="Afbeeld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338" y="-22389"/>
            <a:ext cx="3218491" cy="3242598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Afbeelding" descr="Afbeeld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86" y="330461"/>
            <a:ext cx="3235551" cy="425664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Afbeelding 9" descr="Afbeelding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418376"/>
            <a:ext cx="6858000" cy="1877886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Afbeelding 12" descr="Afbeelding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983101"/>
            <a:ext cx="6858000" cy="432762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Afbeelding 13" descr="Afbeelding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291418"/>
            <a:ext cx="6858000" cy="430005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Afbeelding 3" descr="Afbeelding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599" y="227258"/>
            <a:ext cx="4728160" cy="623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Afbeelding 28" descr="Afbeelding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599" y="1019608"/>
            <a:ext cx="445478" cy="392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91" name="Afbeelding 29" descr="Afbeelding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596" y="3329725"/>
            <a:ext cx="445481" cy="392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92" name="Afbeelding 34" descr="Afbeelding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596" y="7710989"/>
            <a:ext cx="445481" cy="392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93" name="Afbeelding 43" descr="Afbeelding 4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596" y="6630836"/>
            <a:ext cx="445481" cy="392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94" name="Afbeelding 45" descr="Afbeelding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596" y="5575279"/>
            <a:ext cx="445481" cy="392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Afbeelding 47" descr="Afbeelding 4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66037" y="5575279"/>
            <a:ext cx="445479" cy="392864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ekstvak 58"/>
          <p:cNvSpPr txBox="1"/>
          <p:nvPr/>
        </p:nvSpPr>
        <p:spPr>
          <a:xfrm>
            <a:off x="274317" y="1567967"/>
            <a:ext cx="1549794" cy="1513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NATIONALITY</a:t>
            </a:r>
          </a:p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DATE OF BIRTH</a:t>
            </a:r>
          </a:p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HEIGHT</a:t>
            </a:r>
          </a:p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CURRENT CLUB</a:t>
            </a:r>
          </a:p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CONTRACT</a:t>
            </a:r>
          </a:p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EU</a:t>
            </a:r>
          </a:p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AGENT</a:t>
            </a:r>
          </a:p>
        </p:txBody>
      </p:sp>
      <p:sp>
        <p:nvSpPr>
          <p:cNvPr id="97" name="Tekstvak 59"/>
          <p:cNvSpPr txBox="1"/>
          <p:nvPr/>
        </p:nvSpPr>
        <p:spPr>
          <a:xfrm>
            <a:off x="3432221" y="2585784"/>
            <a:ext cx="1863387" cy="701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PREFERRED FOOT</a:t>
            </a:r>
          </a:p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MAIN POSITION</a:t>
            </a:r>
          </a:p>
          <a:p>
            <a:pPr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SECONDARY POSITION</a:t>
            </a:r>
          </a:p>
        </p:txBody>
      </p:sp>
      <p:sp>
        <p:nvSpPr>
          <p:cNvPr id="98" name="Tekstvak 8"/>
          <p:cNvSpPr txBox="1"/>
          <p:nvPr/>
        </p:nvSpPr>
        <p:spPr>
          <a:xfrm>
            <a:off x="274317" y="3818869"/>
            <a:ext cx="961945" cy="28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173883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TEAM</a:t>
            </a:r>
          </a:p>
        </p:txBody>
      </p:sp>
      <p:sp>
        <p:nvSpPr>
          <p:cNvPr id="99" name="Tekstvak 11"/>
          <p:cNvSpPr txBox="1"/>
          <p:nvPr/>
        </p:nvSpPr>
        <p:spPr>
          <a:xfrm>
            <a:off x="3090670" y="3827915"/>
            <a:ext cx="961945" cy="28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100">
                <a:solidFill>
                  <a:srgbClr val="173883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GAMES</a:t>
            </a:r>
          </a:p>
        </p:txBody>
      </p:sp>
      <p:sp>
        <p:nvSpPr>
          <p:cNvPr id="100" name="Tekstvak 14"/>
          <p:cNvSpPr txBox="1"/>
          <p:nvPr/>
        </p:nvSpPr>
        <p:spPr>
          <a:xfrm>
            <a:off x="4000860" y="3826801"/>
            <a:ext cx="961945" cy="28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100">
                <a:solidFill>
                  <a:srgbClr val="173883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MINUTES</a:t>
            </a:r>
          </a:p>
        </p:txBody>
      </p:sp>
      <p:sp>
        <p:nvSpPr>
          <p:cNvPr id="101" name="Tekstvak 15"/>
          <p:cNvSpPr txBox="1"/>
          <p:nvPr/>
        </p:nvSpPr>
        <p:spPr>
          <a:xfrm>
            <a:off x="4969764" y="3826801"/>
            <a:ext cx="961945" cy="28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100">
                <a:solidFill>
                  <a:srgbClr val="173883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GOALS</a:t>
            </a:r>
          </a:p>
        </p:txBody>
      </p:sp>
      <p:sp>
        <p:nvSpPr>
          <p:cNvPr id="102" name="Tekstvak 17"/>
          <p:cNvSpPr txBox="1"/>
          <p:nvPr/>
        </p:nvSpPr>
        <p:spPr>
          <a:xfrm>
            <a:off x="5850335" y="3824755"/>
            <a:ext cx="961945" cy="28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100">
                <a:solidFill>
                  <a:srgbClr val="173883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ASSISTS</a:t>
            </a:r>
          </a:p>
        </p:txBody>
      </p:sp>
      <p:pic>
        <p:nvPicPr>
          <p:cNvPr id="103" name="Afbeelding 13" descr="Afbeelding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291418"/>
            <a:ext cx="6858000" cy="43000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Afbeelding 29" descr="Afbeelding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596" y="3329725"/>
            <a:ext cx="445481" cy="392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Afbeelding 34" descr="Afbeelding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596" y="7710989"/>
            <a:ext cx="445481" cy="392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Afbeelding 40" descr="Afbeelding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560459"/>
            <a:ext cx="6858000" cy="43276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Afbeelding 43" descr="Afbeelding 4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596" y="6630836"/>
            <a:ext cx="445481" cy="392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" name="Afbeelding 45" descr="Afbeelding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596" y="5575279"/>
            <a:ext cx="445481" cy="392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" name="Afbeelding 47" descr="Afbeelding 4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66037" y="5575279"/>
            <a:ext cx="445479" cy="392864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TextBox 28"/>
          <p:cNvSpPr txBox="1"/>
          <p:nvPr/>
        </p:nvSpPr>
        <p:spPr>
          <a:xfrm>
            <a:off x="318080" y="5607510"/>
            <a:ext cx="828293" cy="3611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9142" tIns="9142" rIns="9142" bIns="9142" anchor="ctr">
            <a:spAutoFit/>
          </a:bodyPr>
          <a:lstStyle>
            <a:lvl1pPr defTabSz="91438">
              <a:defRPr sz="2000" cap="all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#DATA</a:t>
            </a:r>
          </a:p>
        </p:txBody>
      </p:sp>
      <p:sp>
        <p:nvSpPr>
          <p:cNvPr id="111" name="TextBox 28"/>
          <p:cNvSpPr txBox="1"/>
          <p:nvPr/>
        </p:nvSpPr>
        <p:spPr>
          <a:xfrm>
            <a:off x="605758" y="3329107"/>
            <a:ext cx="891031" cy="3611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9142" tIns="9142" rIns="9142" bIns="9142" anchor="ctr">
            <a:spAutoFit/>
          </a:bodyPr>
          <a:lstStyle>
            <a:lvl1pPr defTabSz="91438">
              <a:defRPr sz="20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#STATS</a:t>
            </a:r>
          </a:p>
        </p:txBody>
      </p:sp>
      <p:pic>
        <p:nvPicPr>
          <p:cNvPr id="112" name="market-research-analysis-icon-wit.png" descr="market-research-analysis-icon-wi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0326" y="3392068"/>
            <a:ext cx="245700" cy="22659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Afbeelding 20" descr="Afbeelding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1496934"/>
            <a:ext cx="6858000" cy="69121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Afbeelding 20" descr="Afbeelding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1496934"/>
            <a:ext cx="6858000" cy="6912131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dia kop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Afbeelding 18" descr="Afbeelding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1631"/>
            <a:ext cx="6858000" cy="2756745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Rechthoek"/>
          <p:cNvSpPr/>
          <p:nvPr/>
        </p:nvSpPr>
        <p:spPr>
          <a:xfrm>
            <a:off x="-66675" y="1114236"/>
            <a:ext cx="3398093" cy="2811528"/>
          </a:xfrm>
          <a:prstGeom prst="rect">
            <a:avLst/>
          </a:prstGeom>
          <a:solidFill>
            <a:srgbClr val="FFFFFF">
              <a:alpha val="59728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124" name="Rechthoek"/>
          <p:cNvSpPr/>
          <p:nvPr/>
        </p:nvSpPr>
        <p:spPr>
          <a:xfrm>
            <a:off x="-66675" y="4006849"/>
            <a:ext cx="3398093" cy="6156290"/>
          </a:xfrm>
          <a:prstGeom prst="rect">
            <a:avLst/>
          </a:prstGeom>
          <a:solidFill>
            <a:srgbClr val="FFFFFF">
              <a:alpha val="59728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endParaRPr/>
          </a:p>
        </p:txBody>
      </p:sp>
      <p:pic>
        <p:nvPicPr>
          <p:cNvPr id="125" name="Afbeelding" descr="Afbeeld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338" y="-22389"/>
            <a:ext cx="3218491" cy="32425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Afbeelding" descr="Afbeeld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86" y="330461"/>
            <a:ext cx="3235551" cy="4256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Afbeelding 15" descr="Afbeelding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6873"/>
            <a:ext cx="6858000" cy="275674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Afbeelding 20" descr="Afbeelding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49255"/>
            <a:ext cx="6858000" cy="2756745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Rechthoek 21"/>
          <p:cNvSpPr/>
          <p:nvPr/>
        </p:nvSpPr>
        <p:spPr>
          <a:xfrm>
            <a:off x="0" y="968562"/>
            <a:ext cx="6858000" cy="328017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0" name="Rechthoek 22"/>
          <p:cNvSpPr/>
          <p:nvPr/>
        </p:nvSpPr>
        <p:spPr>
          <a:xfrm>
            <a:off x="0" y="3728261"/>
            <a:ext cx="6858000" cy="328017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1" name="Rechthoek 23"/>
          <p:cNvSpPr/>
          <p:nvPr/>
        </p:nvSpPr>
        <p:spPr>
          <a:xfrm>
            <a:off x="0" y="6821241"/>
            <a:ext cx="6858000" cy="328017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32" name="Afbeelding 3" descr="Afbeelding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599" y="227258"/>
            <a:ext cx="4728160" cy="623497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Tekstvak 28"/>
          <p:cNvSpPr txBox="1"/>
          <p:nvPr/>
        </p:nvSpPr>
        <p:spPr>
          <a:xfrm>
            <a:off x="274318" y="995634"/>
            <a:ext cx="3867915" cy="370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 b="1" spc="6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STATISTICAL PROFILE</a:t>
            </a:r>
          </a:p>
        </p:txBody>
      </p:sp>
      <p:sp>
        <p:nvSpPr>
          <p:cNvPr id="134" name="Tekstvak 29"/>
          <p:cNvSpPr txBox="1"/>
          <p:nvPr/>
        </p:nvSpPr>
        <p:spPr>
          <a:xfrm>
            <a:off x="293778" y="3750886"/>
            <a:ext cx="3991645" cy="370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 b="1" spc="6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PLAYER PERFORMANCE</a:t>
            </a:r>
          </a:p>
        </p:txBody>
      </p:sp>
      <p:sp>
        <p:nvSpPr>
          <p:cNvPr id="135" name="Tekstvak 30"/>
          <p:cNvSpPr txBox="1"/>
          <p:nvPr/>
        </p:nvSpPr>
        <p:spPr>
          <a:xfrm>
            <a:off x="274317" y="6833475"/>
            <a:ext cx="3867915" cy="370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 b="1" spc="6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t>PLAYING STYLE</a:t>
            </a:r>
          </a:p>
        </p:txBody>
      </p:sp>
      <p:sp>
        <p:nvSpPr>
          <p:cNvPr id="136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8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kst"/>
          <p:cNvSpPr txBox="1">
            <a:spLocks noGrp="1"/>
          </p:cNvSpPr>
          <p:nvPr>
            <p:ph type="title"/>
          </p:nvPr>
        </p:nvSpPr>
        <p:spPr>
          <a:xfrm>
            <a:off x="471487" y="527405"/>
            <a:ext cx="5915027" cy="19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Titeltekst</a:t>
            </a:r>
          </a:p>
        </p:txBody>
      </p:sp>
      <p:sp>
        <p:nvSpPr>
          <p:cNvPr id="3" name="Hoofdtekst - niveau één…"/>
          <p:cNvSpPr txBox="1">
            <a:spLocks noGrp="1"/>
          </p:cNvSpPr>
          <p:nvPr>
            <p:ph type="body" idx="1"/>
          </p:nvPr>
        </p:nvSpPr>
        <p:spPr>
          <a:xfrm>
            <a:off x="471487" y="2637014"/>
            <a:ext cx="5915027" cy="6285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4" name="Dianummer"/>
          <p:cNvSpPr txBox="1">
            <a:spLocks noGrp="1"/>
          </p:cNvSpPr>
          <p:nvPr>
            <p:ph type="sldNum" sz="quarter" idx="2"/>
          </p:nvPr>
        </p:nvSpPr>
        <p:spPr>
          <a:xfrm>
            <a:off x="6155238" y="9329529"/>
            <a:ext cx="231275" cy="2311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900">
                <a:solidFill>
                  <a:srgbClr val="757575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171450" marR="0" indent="-17145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1pPr>
      <a:lvl2pPr marL="542925" marR="0" indent="-200025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2pPr>
      <a:lvl3pPr marL="925830" marR="0" indent="-24003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3pPr>
      <a:lvl4pPr marL="1305657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4pPr>
      <a:lvl5pPr marL="1648556" marR="0" indent="-276957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5pPr>
      <a:lvl6pPr marL="1991456" marR="0" indent="-276956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6pPr>
      <a:lvl7pPr marL="2334356" marR="0" indent="-276956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7pPr>
      <a:lvl8pPr marL="2677256" marR="0" indent="-276956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8pPr>
      <a:lvl9pPr marL="3020156" marR="0" indent="-276956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tif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2" descr="Afbeelding 12">
            <a:extLst>
              <a:ext uri="{FF2B5EF4-FFF2-40B4-BE49-F238E27FC236}">
                <a16:creationId xmlns:a16="http://schemas.microsoft.com/office/drawing/2014/main" id="{AB2DE8BF-7A04-ECE2-1A27-D8719968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101"/>
            <a:ext cx="6858000" cy="432761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Afbeelding 3" descr="Afbeelding 3">
            <a:extLst>
              <a:ext uri="{FF2B5EF4-FFF2-40B4-BE49-F238E27FC236}">
                <a16:creationId xmlns:a16="http://schemas.microsoft.com/office/drawing/2014/main" id="{DE45FE86-8020-2F83-2FEC-52C1FE2F4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227259"/>
            <a:ext cx="4728160" cy="623496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Afbeelding 28" descr="Afbeelding 28">
            <a:extLst>
              <a:ext uri="{FF2B5EF4-FFF2-40B4-BE49-F238E27FC236}">
                <a16:creationId xmlns:a16="http://schemas.microsoft.com/office/drawing/2014/main" id="{34277203-D8B9-D8A2-46BF-D7319410C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97" y="1917826"/>
            <a:ext cx="449142" cy="396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Afbeelding 29" descr="Afbeelding 29">
            <a:extLst>
              <a:ext uri="{FF2B5EF4-FFF2-40B4-BE49-F238E27FC236}">
                <a16:creationId xmlns:a16="http://schemas.microsoft.com/office/drawing/2014/main" id="{153727E0-3F13-F2D6-DC09-CF69E7E11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97" y="3329725"/>
            <a:ext cx="445479" cy="392863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Afbeelding 45" descr="Afbeelding 45">
            <a:extLst>
              <a:ext uri="{FF2B5EF4-FFF2-40B4-BE49-F238E27FC236}">
                <a16:creationId xmlns:a16="http://schemas.microsoft.com/office/drawing/2014/main" id="{64BEF1F0-5846-D75E-E487-3C5A3B3C3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14" y="5575279"/>
            <a:ext cx="445479" cy="392863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Afbeelding 47" descr="Afbeelding 47">
            <a:extLst>
              <a:ext uri="{FF2B5EF4-FFF2-40B4-BE49-F238E27FC236}">
                <a16:creationId xmlns:a16="http://schemas.microsoft.com/office/drawing/2014/main" id="{AFF330DB-8390-6F7D-34AD-19480B4B30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037" y="5575279"/>
            <a:ext cx="445478" cy="392863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4D64347C-E455-3BDC-B546-D48DC34299CB}"/>
              </a:ext>
            </a:extLst>
          </p:cNvPr>
          <p:cNvSpPr txBox="1"/>
          <p:nvPr/>
        </p:nvSpPr>
        <p:spPr>
          <a:xfrm>
            <a:off x="274318" y="3818868"/>
            <a:ext cx="961945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73883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TEAM</a:t>
            </a:r>
          </a:p>
        </p:txBody>
      </p:sp>
      <p:sp>
        <p:nvSpPr>
          <p:cNvPr id="10" name="Tekstvak 11">
            <a:extLst>
              <a:ext uri="{FF2B5EF4-FFF2-40B4-BE49-F238E27FC236}">
                <a16:creationId xmlns:a16="http://schemas.microsoft.com/office/drawing/2014/main" id="{0FD2D50B-90B6-E4CD-E974-CA295F56D909}"/>
              </a:ext>
            </a:extLst>
          </p:cNvPr>
          <p:cNvSpPr txBox="1"/>
          <p:nvPr/>
        </p:nvSpPr>
        <p:spPr>
          <a:xfrm>
            <a:off x="3090670" y="3827914"/>
            <a:ext cx="961945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73883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GAMES</a:t>
            </a:r>
          </a:p>
        </p:txBody>
      </p:sp>
      <p:sp>
        <p:nvSpPr>
          <p:cNvPr id="11" name="Tekstvak 14">
            <a:extLst>
              <a:ext uri="{FF2B5EF4-FFF2-40B4-BE49-F238E27FC236}">
                <a16:creationId xmlns:a16="http://schemas.microsoft.com/office/drawing/2014/main" id="{54332D02-843F-A257-B3DD-C161C8DB55B7}"/>
              </a:ext>
            </a:extLst>
          </p:cNvPr>
          <p:cNvSpPr txBox="1"/>
          <p:nvPr/>
        </p:nvSpPr>
        <p:spPr>
          <a:xfrm>
            <a:off x="4000860" y="3826800"/>
            <a:ext cx="961945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73883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MINUTES</a:t>
            </a:r>
          </a:p>
        </p:txBody>
      </p:sp>
      <p:sp>
        <p:nvSpPr>
          <p:cNvPr id="12" name="Tekstvak 15">
            <a:extLst>
              <a:ext uri="{FF2B5EF4-FFF2-40B4-BE49-F238E27FC236}">
                <a16:creationId xmlns:a16="http://schemas.microsoft.com/office/drawing/2014/main" id="{20CA872E-460D-2C42-4D3F-67023FE0BB24}"/>
              </a:ext>
            </a:extLst>
          </p:cNvPr>
          <p:cNvSpPr txBox="1"/>
          <p:nvPr/>
        </p:nvSpPr>
        <p:spPr>
          <a:xfrm>
            <a:off x="4969765" y="3826800"/>
            <a:ext cx="961945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73883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GOALS</a:t>
            </a:r>
          </a:p>
        </p:txBody>
      </p:sp>
      <p:sp>
        <p:nvSpPr>
          <p:cNvPr id="13" name="Tekstvak 17">
            <a:extLst>
              <a:ext uri="{FF2B5EF4-FFF2-40B4-BE49-F238E27FC236}">
                <a16:creationId xmlns:a16="http://schemas.microsoft.com/office/drawing/2014/main" id="{2AFD56E4-58C4-778E-A395-358A0F4C2924}"/>
              </a:ext>
            </a:extLst>
          </p:cNvPr>
          <p:cNvSpPr txBox="1"/>
          <p:nvPr/>
        </p:nvSpPr>
        <p:spPr>
          <a:xfrm>
            <a:off x="5850335" y="3824754"/>
            <a:ext cx="961945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73883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ASSISTS</a:t>
            </a:r>
          </a:p>
        </p:txBody>
      </p:sp>
      <p:sp>
        <p:nvSpPr>
          <p:cNvPr id="14" name="TextBox 69">
            <a:extLst>
              <a:ext uri="{FF2B5EF4-FFF2-40B4-BE49-F238E27FC236}">
                <a16:creationId xmlns:a16="http://schemas.microsoft.com/office/drawing/2014/main" id="{D2BBB25B-DC9E-7A5A-2926-8C1630AFAA6D}"/>
              </a:ext>
            </a:extLst>
          </p:cNvPr>
          <p:cNvSpPr txBox="1"/>
          <p:nvPr/>
        </p:nvSpPr>
        <p:spPr>
          <a:xfrm>
            <a:off x="1644120" y="1569600"/>
            <a:ext cx="1784880" cy="1384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-   </a:t>
            </a:r>
            <a:r>
              <a:rPr lang="nl-NL"/>
              <a:t>{{NATIONALITY}}</a:t>
            </a:r>
            <a:endParaRPr/>
          </a:p>
          <a:p>
            <a:pPr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-   </a:t>
            </a:r>
            <a:r>
              <a:rPr lang="nl-NL"/>
              <a:t>{{BIRTH_DATE}}</a:t>
            </a:r>
            <a:endParaRPr/>
          </a:p>
          <a:p>
            <a:pPr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-   </a:t>
            </a:r>
            <a:r>
              <a:rPr lang="nl-NL"/>
              <a:t>{{HEIGHT_M}} m</a:t>
            </a:r>
            <a:endParaRPr/>
          </a:p>
          <a:p>
            <a:pPr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-   FC DEN BOSCH</a:t>
            </a:r>
          </a:p>
          <a:p>
            <a:pPr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-   </a:t>
            </a:r>
            <a:r>
              <a:rPr lang="nl-NL"/>
              <a:t>{{CONTRACT}}</a:t>
            </a:r>
            <a:endParaRPr/>
          </a:p>
          <a:p>
            <a:pPr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-   </a:t>
            </a:r>
            <a:r>
              <a:rPr lang="nl-NL"/>
              <a:t>{{IS_EU}}</a:t>
            </a:r>
            <a:endParaRPr/>
          </a:p>
          <a:p>
            <a:pPr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-   </a:t>
            </a:r>
            <a:r>
              <a:rPr lang="nl-NL"/>
              <a:t>{{AGENT}}</a:t>
            </a:r>
            <a:endParaRPr/>
          </a:p>
        </p:txBody>
      </p:sp>
      <p:sp>
        <p:nvSpPr>
          <p:cNvPr id="15" name="TextBox 71">
            <a:extLst>
              <a:ext uri="{FF2B5EF4-FFF2-40B4-BE49-F238E27FC236}">
                <a16:creationId xmlns:a16="http://schemas.microsoft.com/office/drawing/2014/main" id="{62F3632F-1079-A9C9-B4FA-661A9D010E14}"/>
              </a:ext>
            </a:extLst>
          </p:cNvPr>
          <p:cNvSpPr txBox="1"/>
          <p:nvPr/>
        </p:nvSpPr>
        <p:spPr>
          <a:xfrm>
            <a:off x="5178020" y="2577403"/>
            <a:ext cx="172020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-   </a:t>
            </a:r>
            <a:r>
              <a:rPr lang="nl-NL"/>
              <a:t>{{PREFERRED_FOOT}}</a:t>
            </a:r>
            <a:endParaRPr/>
          </a:p>
          <a:p>
            <a:pPr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-   </a:t>
            </a:r>
            <a:r>
              <a:rPr lang="nl-NL"/>
              <a:t>{{MAIN_POSITION}}</a:t>
            </a:r>
            <a:endParaRPr/>
          </a:p>
          <a:p>
            <a:pPr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-   </a:t>
            </a:r>
            <a:r>
              <a:rPr lang="nl-NL"/>
              <a:t>{{SEC_POSITION}}</a:t>
            </a:r>
            <a:endParaRPr/>
          </a:p>
        </p:txBody>
      </p:sp>
      <p:sp>
        <p:nvSpPr>
          <p:cNvPr id="16" name="TextBox 72">
            <a:extLst>
              <a:ext uri="{FF2B5EF4-FFF2-40B4-BE49-F238E27FC236}">
                <a16:creationId xmlns:a16="http://schemas.microsoft.com/office/drawing/2014/main" id="{1F9B94A9-BF4F-A79C-134B-5726D045FB0D}"/>
              </a:ext>
            </a:extLst>
          </p:cNvPr>
          <p:cNvSpPr txBox="1"/>
          <p:nvPr/>
        </p:nvSpPr>
        <p:spPr>
          <a:xfrm>
            <a:off x="272520" y="4082400"/>
            <a:ext cx="381566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spcBef>
                <a:spcPts val="1200"/>
              </a:spcBef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lang="nl-NL"/>
              <a:t>{{CLUB_2025/2026}} </a:t>
            </a:r>
            <a:r>
              <a:rPr lang="en-US"/>
              <a:t>{{YEAR_2025/2026}}</a:t>
            </a:r>
            <a:endParaRPr lang="nl-NL"/>
          </a:p>
        </p:txBody>
      </p:sp>
      <p:sp>
        <p:nvSpPr>
          <p:cNvPr id="17" name="TextBox 73">
            <a:extLst>
              <a:ext uri="{FF2B5EF4-FFF2-40B4-BE49-F238E27FC236}">
                <a16:creationId xmlns:a16="http://schemas.microsoft.com/office/drawing/2014/main" id="{A7BEC453-E51B-549E-88D1-C458D5DDF5D0}"/>
              </a:ext>
            </a:extLst>
          </p:cNvPr>
          <p:cNvSpPr txBox="1"/>
          <p:nvPr/>
        </p:nvSpPr>
        <p:spPr>
          <a:xfrm>
            <a:off x="3195015" y="4082400"/>
            <a:ext cx="755974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spcBef>
                <a:spcPts val="1200"/>
              </a:spcBef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lang="nl-NL"/>
              <a:t>{{G25/26}}</a:t>
            </a:r>
            <a:endParaRPr/>
          </a:p>
        </p:txBody>
      </p:sp>
      <p:sp>
        <p:nvSpPr>
          <p:cNvPr id="18" name="TextBox 74">
            <a:extLst>
              <a:ext uri="{FF2B5EF4-FFF2-40B4-BE49-F238E27FC236}">
                <a16:creationId xmlns:a16="http://schemas.microsoft.com/office/drawing/2014/main" id="{A6907E4F-134D-6A5E-95C4-AC788A19DCE5}"/>
              </a:ext>
            </a:extLst>
          </p:cNvPr>
          <p:cNvSpPr txBox="1"/>
          <p:nvPr/>
        </p:nvSpPr>
        <p:spPr>
          <a:xfrm>
            <a:off x="4088984" y="4082400"/>
            <a:ext cx="78963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spcBef>
                <a:spcPts val="1200"/>
              </a:spcBef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lang="nl-NL"/>
              <a:t>{{M25/26}}</a:t>
            </a:r>
            <a:endParaRPr/>
          </a:p>
        </p:txBody>
      </p:sp>
      <p:sp>
        <p:nvSpPr>
          <p:cNvPr id="19" name="TextBox 75">
            <a:extLst>
              <a:ext uri="{FF2B5EF4-FFF2-40B4-BE49-F238E27FC236}">
                <a16:creationId xmlns:a16="http://schemas.microsoft.com/office/drawing/2014/main" id="{AC890F1F-7FD0-3B11-133B-4F5F8BA5381A}"/>
              </a:ext>
            </a:extLst>
          </p:cNvPr>
          <p:cNvSpPr txBox="1"/>
          <p:nvPr/>
        </p:nvSpPr>
        <p:spPr>
          <a:xfrm>
            <a:off x="5022919" y="4082400"/>
            <a:ext cx="85856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spcBef>
                <a:spcPts val="1200"/>
              </a:spcBef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lang="nl-NL"/>
              <a:t>{{GO25/26}}</a:t>
            </a:r>
            <a:endParaRPr/>
          </a:p>
        </p:txBody>
      </p:sp>
      <p:sp>
        <p:nvSpPr>
          <p:cNvPr id="20" name="TextBox 76">
            <a:extLst>
              <a:ext uri="{FF2B5EF4-FFF2-40B4-BE49-F238E27FC236}">
                <a16:creationId xmlns:a16="http://schemas.microsoft.com/office/drawing/2014/main" id="{878BDF2A-684C-4A8C-EDCE-E9A8D59C892A}"/>
              </a:ext>
            </a:extLst>
          </p:cNvPr>
          <p:cNvSpPr txBox="1"/>
          <p:nvPr/>
        </p:nvSpPr>
        <p:spPr>
          <a:xfrm>
            <a:off x="5956623" y="4082400"/>
            <a:ext cx="74796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spcBef>
                <a:spcPts val="1200"/>
              </a:spcBef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lang="nl-NL"/>
              <a:t>{{A25/26}}</a:t>
            </a:r>
            <a:endParaRPr/>
          </a:p>
        </p:txBody>
      </p:sp>
      <p:sp>
        <p:nvSpPr>
          <p:cNvPr id="21" name="TextBox 28">
            <a:extLst>
              <a:ext uri="{FF2B5EF4-FFF2-40B4-BE49-F238E27FC236}">
                <a16:creationId xmlns:a16="http://schemas.microsoft.com/office/drawing/2014/main" id="{1F3073E8-49DA-48A1-D9F1-50424D94AFAA}"/>
              </a:ext>
            </a:extLst>
          </p:cNvPr>
          <p:cNvSpPr txBox="1"/>
          <p:nvPr/>
        </p:nvSpPr>
        <p:spPr>
          <a:xfrm>
            <a:off x="300173" y="1081666"/>
            <a:ext cx="3034310" cy="252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lnSpc>
                <a:spcPct val="80000"/>
              </a:lnSpc>
              <a:defRPr sz="2000" b="1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 defTabSz="914400"/>
            <a:r>
              <a:rPr lang="nl-NL"/>
              <a:t>{PLAYER_NAME}</a:t>
            </a:r>
            <a:endParaRPr/>
          </a:p>
        </p:txBody>
      </p:sp>
      <p:pic>
        <p:nvPicPr>
          <p:cNvPr id="22" name="pasted-image.tiff" descr="pasted-image.tiff">
            <a:extLst>
              <a:ext uri="{FF2B5EF4-FFF2-40B4-BE49-F238E27FC236}">
                <a16:creationId xmlns:a16="http://schemas.microsoft.com/office/drawing/2014/main" id="{E89A5A1C-4290-78A2-FFA4-897ADAEDD6E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rcRect l="4545" t="19455" r="2658" b="21336"/>
          <a:stretch>
            <a:fillRect/>
          </a:stretch>
        </p:blipFill>
        <p:spPr>
          <a:xfrm rot="16200000">
            <a:off x="4879038" y="460156"/>
            <a:ext cx="1566863" cy="10366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1074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23" name="9">
            <a:extLst>
              <a:ext uri="{FF2B5EF4-FFF2-40B4-BE49-F238E27FC236}">
                <a16:creationId xmlns:a16="http://schemas.microsoft.com/office/drawing/2014/main" id="{684F3FAB-5CFD-A261-33F6-D0F7E17FBD76}"/>
              </a:ext>
            </a:extLst>
          </p:cNvPr>
          <p:cNvSpPr/>
          <p:nvPr/>
        </p:nvSpPr>
        <p:spPr>
          <a:xfrm>
            <a:off x="5599962" y="466281"/>
            <a:ext cx="152667" cy="1584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defRPr sz="5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9</a:t>
            </a:r>
          </a:p>
        </p:txBody>
      </p:sp>
      <p:sp>
        <p:nvSpPr>
          <p:cNvPr id="24" name="11">
            <a:extLst>
              <a:ext uri="{FF2B5EF4-FFF2-40B4-BE49-F238E27FC236}">
                <a16:creationId xmlns:a16="http://schemas.microsoft.com/office/drawing/2014/main" id="{6B9A16E5-C597-A3D8-0FDA-B9BF3F2E7407}"/>
              </a:ext>
            </a:extLst>
          </p:cNvPr>
          <p:cNvSpPr/>
          <p:nvPr/>
        </p:nvSpPr>
        <p:spPr>
          <a:xfrm>
            <a:off x="5267533" y="601913"/>
            <a:ext cx="152667" cy="1584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defRPr sz="5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11</a:t>
            </a:r>
          </a:p>
        </p:txBody>
      </p:sp>
      <p:sp>
        <p:nvSpPr>
          <p:cNvPr id="25" name="7">
            <a:extLst>
              <a:ext uri="{FF2B5EF4-FFF2-40B4-BE49-F238E27FC236}">
                <a16:creationId xmlns:a16="http://schemas.microsoft.com/office/drawing/2014/main" id="{3D271F04-59E0-655F-2FC7-134C44F1A6F4}"/>
              </a:ext>
            </a:extLst>
          </p:cNvPr>
          <p:cNvSpPr/>
          <p:nvPr/>
        </p:nvSpPr>
        <p:spPr>
          <a:xfrm>
            <a:off x="5932390" y="601913"/>
            <a:ext cx="152668" cy="1584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defRPr sz="5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7</a:t>
            </a:r>
          </a:p>
        </p:txBody>
      </p:sp>
      <p:sp>
        <p:nvSpPr>
          <p:cNvPr id="26" name="8">
            <a:extLst>
              <a:ext uri="{FF2B5EF4-FFF2-40B4-BE49-F238E27FC236}">
                <a16:creationId xmlns:a16="http://schemas.microsoft.com/office/drawing/2014/main" id="{D705ED11-209A-76E7-B83B-CA0C730A0678}"/>
              </a:ext>
            </a:extLst>
          </p:cNvPr>
          <p:cNvSpPr/>
          <p:nvPr/>
        </p:nvSpPr>
        <p:spPr>
          <a:xfrm>
            <a:off x="5438287" y="840401"/>
            <a:ext cx="152668" cy="1584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defRPr sz="5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8</a:t>
            </a:r>
          </a:p>
        </p:txBody>
      </p:sp>
      <p:sp>
        <p:nvSpPr>
          <p:cNvPr id="27" name="10">
            <a:extLst>
              <a:ext uri="{FF2B5EF4-FFF2-40B4-BE49-F238E27FC236}">
                <a16:creationId xmlns:a16="http://schemas.microsoft.com/office/drawing/2014/main" id="{6A2E82E1-7977-E99D-C810-CADB884D880F}"/>
              </a:ext>
            </a:extLst>
          </p:cNvPr>
          <p:cNvSpPr/>
          <p:nvPr/>
        </p:nvSpPr>
        <p:spPr>
          <a:xfrm>
            <a:off x="5788332" y="840401"/>
            <a:ext cx="152667" cy="1584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defRPr sz="5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10</a:t>
            </a:r>
          </a:p>
        </p:txBody>
      </p:sp>
      <p:sp>
        <p:nvSpPr>
          <p:cNvPr id="28" name="6">
            <a:extLst>
              <a:ext uri="{FF2B5EF4-FFF2-40B4-BE49-F238E27FC236}">
                <a16:creationId xmlns:a16="http://schemas.microsoft.com/office/drawing/2014/main" id="{8F97BDB1-9C73-DE6F-51AE-A1955D5EEA0B}"/>
              </a:ext>
            </a:extLst>
          </p:cNvPr>
          <p:cNvSpPr/>
          <p:nvPr/>
        </p:nvSpPr>
        <p:spPr>
          <a:xfrm>
            <a:off x="5599962" y="1040340"/>
            <a:ext cx="152667" cy="1584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defRPr sz="5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6</a:t>
            </a:r>
          </a:p>
        </p:txBody>
      </p:sp>
      <p:sp>
        <p:nvSpPr>
          <p:cNvPr id="29" name="5">
            <a:extLst>
              <a:ext uri="{FF2B5EF4-FFF2-40B4-BE49-F238E27FC236}">
                <a16:creationId xmlns:a16="http://schemas.microsoft.com/office/drawing/2014/main" id="{68A6AB8F-ABE6-01E8-5E3C-1CC716DEDF25}"/>
              </a:ext>
            </a:extLst>
          </p:cNvPr>
          <p:cNvSpPr/>
          <p:nvPr/>
        </p:nvSpPr>
        <p:spPr>
          <a:xfrm>
            <a:off x="5245485" y="1136092"/>
            <a:ext cx="152667" cy="1584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defRPr sz="5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5</a:t>
            </a:r>
          </a:p>
        </p:txBody>
      </p:sp>
      <p:sp>
        <p:nvSpPr>
          <p:cNvPr id="30" name="2">
            <a:extLst>
              <a:ext uri="{FF2B5EF4-FFF2-40B4-BE49-F238E27FC236}">
                <a16:creationId xmlns:a16="http://schemas.microsoft.com/office/drawing/2014/main" id="{C0EEBA3C-6FE6-9D54-DFE8-C188D2708138}"/>
              </a:ext>
            </a:extLst>
          </p:cNvPr>
          <p:cNvSpPr/>
          <p:nvPr/>
        </p:nvSpPr>
        <p:spPr>
          <a:xfrm>
            <a:off x="5961787" y="1136092"/>
            <a:ext cx="152667" cy="1584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defRPr sz="5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2</a:t>
            </a:r>
          </a:p>
        </p:txBody>
      </p:sp>
      <p:sp>
        <p:nvSpPr>
          <p:cNvPr id="31" name="4">
            <a:extLst>
              <a:ext uri="{FF2B5EF4-FFF2-40B4-BE49-F238E27FC236}">
                <a16:creationId xmlns:a16="http://schemas.microsoft.com/office/drawing/2014/main" id="{0A518ECF-C032-4FF2-3805-BE7E80F02BA2}"/>
              </a:ext>
            </a:extLst>
          </p:cNvPr>
          <p:cNvSpPr/>
          <p:nvPr/>
        </p:nvSpPr>
        <p:spPr>
          <a:xfrm>
            <a:off x="5438287" y="1265991"/>
            <a:ext cx="152668" cy="1584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defRPr sz="5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4</a:t>
            </a:r>
          </a:p>
        </p:txBody>
      </p:sp>
      <p:sp>
        <p:nvSpPr>
          <p:cNvPr id="32" name="3">
            <a:extLst>
              <a:ext uri="{FF2B5EF4-FFF2-40B4-BE49-F238E27FC236}">
                <a16:creationId xmlns:a16="http://schemas.microsoft.com/office/drawing/2014/main" id="{20A2E1F1-4D29-DFA9-6D98-1EDACE16FDC5}"/>
              </a:ext>
            </a:extLst>
          </p:cNvPr>
          <p:cNvSpPr/>
          <p:nvPr/>
        </p:nvSpPr>
        <p:spPr>
          <a:xfrm>
            <a:off x="5762611" y="1265991"/>
            <a:ext cx="152667" cy="1584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defRPr sz="5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3</a:t>
            </a:r>
          </a:p>
        </p:txBody>
      </p:sp>
      <p:sp>
        <p:nvSpPr>
          <p:cNvPr id="33" name="1">
            <a:extLst>
              <a:ext uri="{FF2B5EF4-FFF2-40B4-BE49-F238E27FC236}">
                <a16:creationId xmlns:a16="http://schemas.microsoft.com/office/drawing/2014/main" id="{39EC7D20-03CD-D73D-2231-7B9E230F578E}"/>
              </a:ext>
            </a:extLst>
          </p:cNvPr>
          <p:cNvSpPr/>
          <p:nvPr/>
        </p:nvSpPr>
        <p:spPr>
          <a:xfrm>
            <a:off x="5599962" y="1517163"/>
            <a:ext cx="152667" cy="1584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defRPr sz="500" b="1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r>
              <a:t>1</a:t>
            </a:r>
          </a:p>
        </p:txBody>
      </p:sp>
      <p:sp>
        <p:nvSpPr>
          <p:cNvPr id="34" name="Tekstvak 8">
            <a:extLst>
              <a:ext uri="{FF2B5EF4-FFF2-40B4-BE49-F238E27FC236}">
                <a16:creationId xmlns:a16="http://schemas.microsoft.com/office/drawing/2014/main" id="{8DED130C-1ED1-13E7-6AD9-4ECADD8BDD4E}"/>
              </a:ext>
            </a:extLst>
          </p:cNvPr>
          <p:cNvSpPr txBox="1"/>
          <p:nvPr/>
        </p:nvSpPr>
        <p:spPr>
          <a:xfrm>
            <a:off x="279177" y="4589050"/>
            <a:ext cx="1430987" cy="26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73883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38FA007-202B-C2B7-E7BF-80898EC3FB79}"/>
              </a:ext>
            </a:extLst>
          </p:cNvPr>
          <p:cNvSpPr/>
          <p:nvPr/>
        </p:nvSpPr>
        <p:spPr>
          <a:xfrm>
            <a:off x="3762643" y="77537"/>
            <a:ext cx="1189935" cy="1754324"/>
          </a:xfrm>
          <a:prstGeom prst="rect">
            <a:avLst/>
          </a:prstGeom>
          <a:solidFill>
            <a:srgbClr val="FFFFFF"/>
          </a:solidFill>
          <a:ln w="1905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l-NL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{IMAGE}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nl-NL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nl-NL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LID4096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1E6CFE5-2E41-B43C-8971-C3DA1E5E6D3B}"/>
              </a:ext>
            </a:extLst>
          </p:cNvPr>
          <p:cNvSpPr/>
          <p:nvPr/>
        </p:nvSpPr>
        <p:spPr>
          <a:xfrm>
            <a:off x="228597" y="6212291"/>
            <a:ext cx="3108960" cy="3108960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  <a:effectLst>
            <a:glow rad="63500">
              <a:schemeClr val="tx2">
                <a:lumMod val="50000"/>
                <a:alpha val="40000"/>
              </a:schemeClr>
            </a:glow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l-NL" sz="1800" b="0" i="0" u="none" strike="noStrike" cap="none" spc="0" normalizeH="0" baseline="0">
                <a:ln>
                  <a:solidFill>
                    <a:schemeClr val="tx1"/>
                  </a:solidFill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{{RADAR_CHART}}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1800" b="0" i="0" u="none" strike="noStrike" cap="none" spc="0" normalizeH="0" baseline="0">
              <a:ln>
                <a:solidFill>
                  <a:schemeClr val="tx1"/>
                </a:solidFill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nl-NL">
              <a:ln>
                <a:solidFill>
                  <a:schemeClr val="tx1"/>
                </a:solidFill>
              </a:ln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1800" b="0" i="0" u="none" strike="noStrike" cap="none" spc="0" normalizeH="0" baseline="0">
              <a:ln>
                <a:solidFill>
                  <a:schemeClr val="tx1"/>
                </a:solidFill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1800" b="0" i="0" u="none" strike="noStrike" cap="none" spc="0" normalizeH="0" baseline="0">
              <a:ln>
                <a:solidFill>
                  <a:schemeClr val="tx1"/>
                </a:solidFill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nl-NL">
              <a:ln>
                <a:solidFill>
                  <a:schemeClr val="tx1"/>
                </a:solidFill>
              </a:ln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1800" b="0" i="0" u="none" strike="noStrike" cap="none" spc="0" normalizeH="0" baseline="0">
              <a:ln>
                <a:solidFill>
                  <a:schemeClr val="tx1"/>
                </a:solidFill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nl-NL">
              <a:ln>
                <a:solidFill>
                  <a:schemeClr val="tx1"/>
                </a:solidFill>
              </a:ln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1800" b="0" i="0" u="none" strike="noStrike" cap="none" spc="0" normalizeH="0" baseline="0">
              <a:ln>
                <a:solidFill>
                  <a:schemeClr val="tx1"/>
                </a:solidFill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nl-NL">
              <a:ln>
                <a:solidFill>
                  <a:schemeClr val="tx1"/>
                </a:solidFill>
              </a:ln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1800" b="0" i="0" u="none" strike="noStrike" cap="none" spc="0" normalizeH="0" baseline="0">
              <a:ln>
                <a:solidFill>
                  <a:schemeClr val="tx1"/>
                </a:solidFill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nl-NL">
              <a:ln>
                <a:solidFill>
                  <a:schemeClr val="tx1"/>
                </a:solidFill>
              </a:ln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LID4096" sz="1800" b="0" i="0" u="none" strike="noStrike" cap="none" spc="0" normalizeH="0" baseline="0">
              <a:ln>
                <a:solidFill>
                  <a:schemeClr val="tx1"/>
                </a:solidFill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84C2E8EB-D505-973F-D643-24BA505D7E22}"/>
              </a:ext>
            </a:extLst>
          </p:cNvPr>
          <p:cNvSpPr/>
          <p:nvPr/>
        </p:nvSpPr>
        <p:spPr>
          <a:xfrm>
            <a:off x="3545973" y="6207770"/>
            <a:ext cx="3108960" cy="31089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127920" dir="3116579" rotWithShape="0">
              <a:srgbClr val="000000">
                <a:alpha val="48426"/>
              </a:srgbClr>
            </a:outerShdw>
          </a:effectLst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9F87DD8-3A63-4607-FDA8-0E47599ECA68}"/>
              </a:ext>
            </a:extLst>
          </p:cNvPr>
          <p:cNvSpPr/>
          <p:nvPr/>
        </p:nvSpPr>
        <p:spPr>
          <a:xfrm>
            <a:off x="3545973" y="6207770"/>
            <a:ext cx="3108960" cy="3108960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  <a:effectLst>
            <a:glow rad="63500">
              <a:schemeClr val="tx2">
                <a:lumMod val="50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l-NL" sz="1800" b="0" i="0" u="none" strike="noStrike" cap="none" spc="0" normalizeH="0" baseline="0">
                <a:ln>
                  <a:solidFill>
                    <a:schemeClr val="tx1"/>
                  </a:solidFill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rPr>
              <a:t>{{PERFORMANCE_CHART}}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nl-NL">
              <a:ln>
                <a:solidFill>
                  <a:schemeClr val="tx1"/>
                </a:solidFill>
              </a:ln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1800" b="0" i="0" u="none" strike="noStrike" cap="none" spc="0" normalizeH="0" baseline="0">
              <a:ln>
                <a:solidFill>
                  <a:schemeClr val="tx1"/>
                </a:solidFill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nl-NL">
              <a:ln>
                <a:solidFill>
                  <a:schemeClr val="tx1"/>
                </a:solidFill>
              </a:ln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1800" b="0" i="0" u="none" strike="noStrike" cap="none" spc="0" normalizeH="0" baseline="0">
              <a:ln>
                <a:solidFill>
                  <a:schemeClr val="tx1"/>
                </a:solidFill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nl-NL">
              <a:ln>
                <a:solidFill>
                  <a:schemeClr val="tx1"/>
                </a:solidFill>
              </a:ln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1800" b="0" i="0" u="none" strike="noStrike" cap="none" spc="0" normalizeH="0" baseline="0">
              <a:ln>
                <a:solidFill>
                  <a:schemeClr val="tx1"/>
                </a:solidFill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nl-NL">
              <a:ln>
                <a:solidFill>
                  <a:schemeClr val="tx1"/>
                </a:solidFill>
              </a:ln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1800" b="0" i="0" u="none" strike="noStrike" cap="none" spc="0" normalizeH="0" baseline="0">
              <a:ln>
                <a:solidFill>
                  <a:schemeClr val="tx1"/>
                </a:solidFill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nl-NL">
              <a:ln>
                <a:solidFill>
                  <a:schemeClr val="tx1"/>
                </a:solidFill>
              </a:ln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LID4096" sz="1800" b="0" i="0" u="none" strike="noStrike" cap="none" spc="0" normalizeH="0" baseline="0">
              <a:ln>
                <a:solidFill>
                  <a:schemeClr val="tx1"/>
                </a:solidFill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39" name="Rectangle 2">
            <a:extLst>
              <a:ext uri="{FF2B5EF4-FFF2-40B4-BE49-F238E27FC236}">
                <a16:creationId xmlns:a16="http://schemas.microsoft.com/office/drawing/2014/main" id="{E837F6FF-776E-6012-DC31-5AEBA218FBB1}"/>
              </a:ext>
            </a:extLst>
          </p:cNvPr>
          <p:cNvSpPr/>
          <p:nvPr/>
        </p:nvSpPr>
        <p:spPr>
          <a:xfrm>
            <a:off x="234547" y="6212291"/>
            <a:ext cx="3108960" cy="310896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dist="127920" dir="3116579" rotWithShape="0">
              <a:srgbClr val="000000">
                <a:alpha val="48426"/>
              </a:srgbClr>
            </a:outerShdw>
          </a:effectLst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40" name="Rechthoek">
            <a:extLst>
              <a:ext uri="{FF2B5EF4-FFF2-40B4-BE49-F238E27FC236}">
                <a16:creationId xmlns:a16="http://schemas.microsoft.com/office/drawing/2014/main" id="{27D704A6-198A-8536-E243-60B1BC23811B}"/>
              </a:ext>
            </a:extLst>
          </p:cNvPr>
          <p:cNvSpPr/>
          <p:nvPr/>
        </p:nvSpPr>
        <p:spPr>
          <a:xfrm>
            <a:off x="5074201" y="142292"/>
            <a:ext cx="1160445" cy="1672365"/>
          </a:xfrm>
          <a:prstGeom prst="rect">
            <a:avLst/>
          </a:prstGeom>
          <a:ln w="19050">
            <a:solidFill>
              <a:srgbClr val="FFFFFF"/>
            </a:solidFill>
            <a:miter/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41" name="Rechte verbindingslijn 6">
            <a:extLst>
              <a:ext uri="{FF2B5EF4-FFF2-40B4-BE49-F238E27FC236}">
                <a16:creationId xmlns:a16="http://schemas.microsoft.com/office/drawing/2014/main" id="{D0257108-F263-7DFB-1899-805FE75C4FA9}"/>
              </a:ext>
            </a:extLst>
          </p:cNvPr>
          <p:cNvSpPr/>
          <p:nvPr/>
        </p:nvSpPr>
        <p:spPr>
          <a:xfrm flipH="1">
            <a:off x="2836460" y="3794464"/>
            <a:ext cx="1" cy="1566863"/>
          </a:xfrm>
          <a:prstGeom prst="line">
            <a:avLst/>
          </a:prstGeom>
          <a:ln w="19050">
            <a:solidFill>
              <a:srgbClr val="173883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2" name="TextBox 72">
            <a:extLst>
              <a:ext uri="{FF2B5EF4-FFF2-40B4-BE49-F238E27FC236}">
                <a16:creationId xmlns:a16="http://schemas.microsoft.com/office/drawing/2014/main" id="{EB623CCB-115C-2955-81A0-0C848F021779}"/>
              </a:ext>
            </a:extLst>
          </p:cNvPr>
          <p:cNvSpPr txBox="1"/>
          <p:nvPr/>
        </p:nvSpPr>
        <p:spPr>
          <a:xfrm>
            <a:off x="271713" y="4388558"/>
            <a:ext cx="3594889" cy="28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>
              <a:spcBef>
                <a:spcPts val="1200"/>
              </a:spcBef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lang="nl-NL"/>
              <a:t>{{CLUB_2024/2025}} </a:t>
            </a:r>
            <a:r>
              <a:rPr lang="en-US"/>
              <a:t>{{YEAR_2024/2025}}</a:t>
            </a:r>
            <a:endParaRPr lang="nl-NL"/>
          </a:p>
        </p:txBody>
      </p:sp>
      <p:sp>
        <p:nvSpPr>
          <p:cNvPr id="43" name="TextBox 72">
            <a:extLst>
              <a:ext uri="{FF2B5EF4-FFF2-40B4-BE49-F238E27FC236}">
                <a16:creationId xmlns:a16="http://schemas.microsoft.com/office/drawing/2014/main" id="{DC517647-AD78-96F8-7BD6-9C6940478F91}"/>
              </a:ext>
            </a:extLst>
          </p:cNvPr>
          <p:cNvSpPr txBox="1"/>
          <p:nvPr/>
        </p:nvSpPr>
        <p:spPr>
          <a:xfrm>
            <a:off x="271713" y="4716249"/>
            <a:ext cx="3982423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>
              <a:spcBef>
                <a:spcPts val="1200"/>
              </a:spcBef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lang="nl-NL"/>
              <a:t>{{CLUB_2023/2024}} </a:t>
            </a:r>
            <a:r>
              <a:rPr lang="en-US"/>
              <a:t>{{YEAR_2023/2024}}</a:t>
            </a:r>
            <a:endParaRPr lang="nl-NL"/>
          </a:p>
        </p:txBody>
      </p:sp>
      <p:sp>
        <p:nvSpPr>
          <p:cNvPr id="44" name="TextBox 72">
            <a:extLst>
              <a:ext uri="{FF2B5EF4-FFF2-40B4-BE49-F238E27FC236}">
                <a16:creationId xmlns:a16="http://schemas.microsoft.com/office/drawing/2014/main" id="{662428CB-5362-CD14-C329-75D152EEE777}"/>
              </a:ext>
            </a:extLst>
          </p:cNvPr>
          <p:cNvSpPr txBox="1"/>
          <p:nvPr/>
        </p:nvSpPr>
        <p:spPr>
          <a:xfrm>
            <a:off x="271713" y="5028809"/>
            <a:ext cx="3780895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>
              <a:spcBef>
                <a:spcPts val="1200"/>
              </a:spcBef>
              <a:defRPr sz="1200" b="1">
                <a:solidFill>
                  <a:srgbClr val="17388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lang="nl-NL"/>
              <a:t>{{CLUB_2022/2023}} </a:t>
            </a:r>
            <a:r>
              <a:rPr lang="en-US"/>
              <a:t>{{YEAR_2022/2023}}</a:t>
            </a:r>
            <a:endParaRPr lang="nl-NL"/>
          </a:p>
        </p:txBody>
      </p:sp>
      <p:pic>
        <p:nvPicPr>
          <p:cNvPr id="45" name="Afbeelding 47" descr="Afbeelding 47">
            <a:extLst>
              <a:ext uri="{FF2B5EF4-FFF2-40B4-BE49-F238E27FC236}">
                <a16:creationId xmlns:a16="http://schemas.microsoft.com/office/drawing/2014/main" id="{0901BABD-A966-76FB-BE29-3017A5027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037" y="5575279"/>
            <a:ext cx="445479" cy="392864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TextBox 73">
            <a:extLst>
              <a:ext uri="{FF2B5EF4-FFF2-40B4-BE49-F238E27FC236}">
                <a16:creationId xmlns:a16="http://schemas.microsoft.com/office/drawing/2014/main" id="{12C70677-0343-916F-1AAA-1BB061E6EB75}"/>
              </a:ext>
            </a:extLst>
          </p:cNvPr>
          <p:cNvSpPr txBox="1"/>
          <p:nvPr/>
        </p:nvSpPr>
        <p:spPr>
          <a:xfrm>
            <a:off x="3194210" y="4388558"/>
            <a:ext cx="755973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spcBef>
                <a:spcPts val="1200"/>
              </a:spcBef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lang="nl-NL"/>
              <a:t>{{G24/25}}</a:t>
            </a:r>
            <a:endParaRPr/>
          </a:p>
        </p:txBody>
      </p:sp>
      <p:sp>
        <p:nvSpPr>
          <p:cNvPr id="47" name="TextBox 74">
            <a:extLst>
              <a:ext uri="{FF2B5EF4-FFF2-40B4-BE49-F238E27FC236}">
                <a16:creationId xmlns:a16="http://schemas.microsoft.com/office/drawing/2014/main" id="{E41D8A56-70A8-B688-91C6-CE9EA708F09C}"/>
              </a:ext>
            </a:extLst>
          </p:cNvPr>
          <p:cNvSpPr txBox="1"/>
          <p:nvPr/>
        </p:nvSpPr>
        <p:spPr>
          <a:xfrm>
            <a:off x="4088180" y="4388558"/>
            <a:ext cx="789636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spcBef>
                <a:spcPts val="1200"/>
              </a:spcBef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lang="nl-NL"/>
              <a:t>{{M24/25}}</a:t>
            </a:r>
          </a:p>
        </p:txBody>
      </p:sp>
      <p:sp>
        <p:nvSpPr>
          <p:cNvPr id="48" name="TextBox 75">
            <a:extLst>
              <a:ext uri="{FF2B5EF4-FFF2-40B4-BE49-F238E27FC236}">
                <a16:creationId xmlns:a16="http://schemas.microsoft.com/office/drawing/2014/main" id="{D4A17647-D948-3C15-C132-27B6F298163A}"/>
              </a:ext>
            </a:extLst>
          </p:cNvPr>
          <p:cNvSpPr txBox="1"/>
          <p:nvPr/>
        </p:nvSpPr>
        <p:spPr>
          <a:xfrm>
            <a:off x="5022115" y="4388558"/>
            <a:ext cx="858564" cy="615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spcBef>
                <a:spcPts val="1200"/>
              </a:spcBef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lang="nl-NL"/>
              <a:t>{{GO24/25}}</a:t>
            </a:r>
          </a:p>
          <a:p>
            <a:endParaRPr/>
          </a:p>
        </p:txBody>
      </p:sp>
      <p:sp>
        <p:nvSpPr>
          <p:cNvPr id="49" name="TextBox 76">
            <a:extLst>
              <a:ext uri="{FF2B5EF4-FFF2-40B4-BE49-F238E27FC236}">
                <a16:creationId xmlns:a16="http://schemas.microsoft.com/office/drawing/2014/main" id="{CB914D85-84E6-9929-5499-F0909B21DC08}"/>
              </a:ext>
            </a:extLst>
          </p:cNvPr>
          <p:cNvSpPr txBox="1"/>
          <p:nvPr/>
        </p:nvSpPr>
        <p:spPr>
          <a:xfrm>
            <a:off x="5956623" y="4388558"/>
            <a:ext cx="747958" cy="615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spcBef>
                <a:spcPts val="1200"/>
              </a:spcBef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lang="nl-NL"/>
              <a:t>{{A24/25}}</a:t>
            </a:r>
          </a:p>
          <a:p>
            <a:endParaRPr/>
          </a:p>
        </p:txBody>
      </p:sp>
      <p:sp>
        <p:nvSpPr>
          <p:cNvPr id="8" name="TextBox 73">
            <a:extLst>
              <a:ext uri="{FF2B5EF4-FFF2-40B4-BE49-F238E27FC236}">
                <a16:creationId xmlns:a16="http://schemas.microsoft.com/office/drawing/2014/main" id="{EE4DFA15-140D-5324-EF7F-267E24793F0D}"/>
              </a:ext>
            </a:extLst>
          </p:cNvPr>
          <p:cNvSpPr txBox="1"/>
          <p:nvPr/>
        </p:nvSpPr>
        <p:spPr>
          <a:xfrm>
            <a:off x="3194211" y="4731221"/>
            <a:ext cx="755972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spcBef>
                <a:spcPts val="1200"/>
              </a:spcBef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lang="nl-NL"/>
              <a:t>{{G23/24}}</a:t>
            </a:r>
            <a:endParaRPr/>
          </a:p>
        </p:txBody>
      </p:sp>
      <p:sp>
        <p:nvSpPr>
          <p:cNvPr id="50" name="TextBox 74">
            <a:extLst>
              <a:ext uri="{FF2B5EF4-FFF2-40B4-BE49-F238E27FC236}">
                <a16:creationId xmlns:a16="http://schemas.microsoft.com/office/drawing/2014/main" id="{A0E91244-80FD-6882-2A3B-05C8664F650F}"/>
              </a:ext>
            </a:extLst>
          </p:cNvPr>
          <p:cNvSpPr txBox="1"/>
          <p:nvPr/>
        </p:nvSpPr>
        <p:spPr>
          <a:xfrm>
            <a:off x="4088180" y="4731221"/>
            <a:ext cx="789636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spcBef>
                <a:spcPts val="1200"/>
              </a:spcBef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lang="nl-NL"/>
              <a:t>{{M23/24}}</a:t>
            </a:r>
          </a:p>
        </p:txBody>
      </p:sp>
      <p:sp>
        <p:nvSpPr>
          <p:cNvPr id="51" name="TextBox 75">
            <a:extLst>
              <a:ext uri="{FF2B5EF4-FFF2-40B4-BE49-F238E27FC236}">
                <a16:creationId xmlns:a16="http://schemas.microsoft.com/office/drawing/2014/main" id="{A77442C7-D300-300F-2C34-4E0FDA5A6142}"/>
              </a:ext>
            </a:extLst>
          </p:cNvPr>
          <p:cNvSpPr txBox="1"/>
          <p:nvPr/>
        </p:nvSpPr>
        <p:spPr>
          <a:xfrm>
            <a:off x="5022115" y="4731221"/>
            <a:ext cx="858564" cy="615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spcBef>
                <a:spcPts val="1200"/>
              </a:spcBef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lang="nl-NL"/>
              <a:t>{{GO23/24}}</a:t>
            </a:r>
          </a:p>
          <a:p>
            <a:endParaRPr/>
          </a:p>
        </p:txBody>
      </p:sp>
      <p:sp>
        <p:nvSpPr>
          <p:cNvPr id="52" name="TextBox 76">
            <a:extLst>
              <a:ext uri="{FF2B5EF4-FFF2-40B4-BE49-F238E27FC236}">
                <a16:creationId xmlns:a16="http://schemas.microsoft.com/office/drawing/2014/main" id="{A51CF09E-E611-D2E4-A8B1-525C07E9D3F7}"/>
              </a:ext>
            </a:extLst>
          </p:cNvPr>
          <p:cNvSpPr txBox="1"/>
          <p:nvPr/>
        </p:nvSpPr>
        <p:spPr>
          <a:xfrm>
            <a:off x="5956623" y="4731221"/>
            <a:ext cx="747958" cy="615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spcBef>
                <a:spcPts val="1200"/>
              </a:spcBef>
              <a:defRPr sz="12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r>
              <a:rPr lang="nl-NL"/>
              <a:t>{{A23/24}}</a:t>
            </a:r>
          </a:p>
          <a:p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Kantoorthema">
  <a:themeElements>
    <a:clrScheme name="Kantoorthema">
      <a:dk1>
        <a:srgbClr val="000000"/>
      </a:dk1>
      <a:lt1>
        <a:srgbClr val="173883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Kantoorthema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73883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Kantoorthema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73883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173</Words>
  <Application>Microsoft Office PowerPoint</Application>
  <PresentationFormat>A4 Paper (210x297 mm)</PresentationFormat>
  <Paragraphs>67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Kramer, Roeland</dc:creator>
  <cp:lastModifiedBy>roeland kramer</cp:lastModifiedBy>
  <cp:revision>5</cp:revision>
  <dcterms:modified xsi:type="dcterms:W3CDTF">2026-02-25T12:19:36Z</dcterms:modified>
</cp:coreProperties>
</file>